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311" r:id="rId3"/>
    <p:sldId id="297" r:id="rId4"/>
    <p:sldId id="321" r:id="rId5"/>
    <p:sldId id="326" r:id="rId6"/>
    <p:sldId id="318" r:id="rId7"/>
    <p:sldId id="312" r:id="rId8"/>
    <p:sldId id="283" r:id="rId9"/>
    <p:sldId id="325" r:id="rId10"/>
    <p:sldId id="323" r:id="rId11"/>
    <p:sldId id="317" r:id="rId12"/>
    <p:sldId id="322" r:id="rId13"/>
    <p:sldId id="324" r:id="rId14"/>
    <p:sldId id="319" r:id="rId15"/>
    <p:sldId id="294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BB1CFC9-C2F5-46D7-A381-55DE1282BD37}">
          <p14:sldIdLst>
            <p14:sldId id="311"/>
            <p14:sldId id="297"/>
            <p14:sldId id="321"/>
            <p14:sldId id="326"/>
            <p14:sldId id="318"/>
            <p14:sldId id="312"/>
            <p14:sldId id="283"/>
            <p14:sldId id="325"/>
            <p14:sldId id="323"/>
            <p14:sldId id="317"/>
            <p14:sldId id="322"/>
            <p14:sldId id="324"/>
            <p14:sldId id="319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212F"/>
    <a:srgbClr val="C01C22"/>
    <a:srgbClr val="FD6E70"/>
    <a:srgbClr val="FFEBEE"/>
    <a:srgbClr val="FCCBFF"/>
    <a:srgbClr val="FFDFEE"/>
    <a:srgbClr val="FFA5E8"/>
    <a:srgbClr val="FFA4F3"/>
    <a:srgbClr val="FEF6F7"/>
    <a:srgbClr val="FCE2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54" autoAdjust="0"/>
    <p:restoredTop sz="93463" autoAdjust="0"/>
  </p:normalViewPr>
  <p:slideViewPr>
    <p:cSldViewPr snapToGrid="0">
      <p:cViewPr varScale="1">
        <p:scale>
          <a:sx n="103" d="100"/>
          <a:sy n="103" d="100"/>
        </p:scale>
        <p:origin x="1332" y="108"/>
      </p:cViewPr>
      <p:guideLst>
        <p:guide orient="horz" pos="222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1" d="100"/>
          <a:sy n="51" d="100"/>
        </p:scale>
        <p:origin x="2692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05B0F05-6F27-F8B6-C727-0CF5D26FB9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737FD00-1BD7-34D8-4471-9F6ED0F0EBF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62AB31-C423-4DDE-A2FF-BA7BD481070A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F90B9B-6E6B-B013-79A2-C0FC8DDA0F0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A02A0B-D135-2B0A-CB54-0B689BEF17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96DEB-B793-47BB-958C-C227E4A73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8036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C08FA0-10EA-4106-BF5F-0FDDB8D46A63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39C466-5DD7-4471-B93C-DA887477F7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9550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517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176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멘토링 사진 관련 부분은 일단 공석으로 </a:t>
            </a:r>
            <a:r>
              <a:rPr lang="ko-KR" altLang="en-US" dirty="0" err="1"/>
              <a:t>비워둠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85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43F4-FC02-EBC4-1CA2-17F872811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BAED34-A01C-9451-9A34-261762323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86AD85-EB51-C356-1DA4-E807DA58C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5FD408-CDA9-B274-EC1E-0ECD078B0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359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42323-1188-2A77-032F-3B7F96198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A7DB2C-85D9-794C-6C55-75439EDB2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6508DD-4973-7714-996E-2ECF7B249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3E6D03-994F-6997-04C1-9E41731FA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411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2F9EC-5954-CE77-0B0B-057F30787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2F6AB5-BD70-6B6A-6676-CF589A7C5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1013EF-168D-4CCC-6168-DCEB9FCEC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B862D-87B4-A51E-94D2-0E8FAAD36A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515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6E163-0A9D-7000-9D9A-365E69C17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EA1D3D-22D0-84C8-55C5-A68DD0CCE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90AE14-863C-6EDD-FBBC-F2A2AA087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196616-9982-D62F-3562-45EDF3A83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294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B9BA9-3E22-476B-9297-74A9EC2DF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BBBD72D-84E0-4885-BF12-5608E64FB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E34BA8-6628-4B22-9A2F-B2FC545E2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F345C7-7FF0-4BEE-9098-64D5336E4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BA72D2-72F2-49C6-AEFA-B2F4D9025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EA587-D2DF-4A64-A694-4DA454980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251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81A7E-BF8E-4467-AF90-AE6429F1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944EE4-9A9C-417A-A54A-2DAAFE224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AEC248-A08C-4B16-A2FF-60540777C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71922A-BBD9-42B5-B738-BC72038DD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A67318-46CC-40FE-B20F-F44CF7F19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EA587-D2DF-4A64-A694-4DA454980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044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7F70A9-7C08-4282-A418-154C25783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04891F-69C4-40DB-AB16-FACD89F31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6AA26A-12F4-4884-AB4B-4F3D65D0E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A3EB74-37CA-47CC-9FC9-7DE8D1713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8EA32C-DA4E-486A-B0F7-6D68951CD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EA587-D2DF-4A64-A694-4DA454980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186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0735AB-D88F-4ADE-825B-371209010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31854E-0F66-4E4B-877A-52CA587725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143E20-F1EE-4440-9D84-77E25F7F2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234C0B-6501-4EC5-8A17-D7902021B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C0932F-9006-4230-A511-CABD45451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130FCA-3EB0-4664-B3F1-89B537776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EA587-D2DF-4A64-A694-4DA454980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423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D5297-C94B-41D4-931D-A60A6E2FA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713BA4-2204-4FE4-BD01-9AD794706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E61EE3-B691-4DEA-B8DF-3B20B94B3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1647A3-5F2F-414F-9F3D-F9D62ED80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690B920-0B39-425C-BDF0-3A8361F1DB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E50F217-E43F-42F8-B3DA-7B6130222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2C3757-6C0D-426D-B516-ED3310E02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5C7E570-3207-4938-9E69-C1B88F631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EA587-D2DF-4A64-A694-4DA454980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67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4BC6FC4-310B-430B-9EFE-1A046D08B89F}"/>
              </a:ext>
            </a:extLst>
          </p:cNvPr>
          <p:cNvSpPr/>
          <p:nvPr userDrawn="1"/>
        </p:nvSpPr>
        <p:spPr>
          <a:xfrm>
            <a:off x="0" y="0"/>
            <a:ext cx="12192000" cy="101548"/>
          </a:xfrm>
          <a:prstGeom prst="rect">
            <a:avLst/>
          </a:prstGeom>
          <a:gradFill flip="none" rotWithShape="1">
            <a:gsLst>
              <a:gs pos="70000">
                <a:srgbClr val="DA2127"/>
              </a:gs>
              <a:gs pos="100000">
                <a:srgbClr val="A3191C"/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5EB7C77-9E5C-441C-BCA2-0C8705C21945}"/>
              </a:ext>
            </a:extLst>
          </p:cNvPr>
          <p:cNvCxnSpPr>
            <a:cxnSpLocks/>
          </p:cNvCxnSpPr>
          <p:nvPr userDrawn="1"/>
        </p:nvCxnSpPr>
        <p:spPr>
          <a:xfrm>
            <a:off x="171948" y="6418136"/>
            <a:ext cx="1184810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08E79629-2315-42FF-9F37-918424AA74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31" y="6540515"/>
            <a:ext cx="1170069" cy="15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81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0DC23D7-4383-4687-BC9C-4F720CCDB384}"/>
              </a:ext>
            </a:extLst>
          </p:cNvPr>
          <p:cNvSpPr/>
          <p:nvPr userDrawn="1"/>
        </p:nvSpPr>
        <p:spPr>
          <a:xfrm>
            <a:off x="0" y="6477153"/>
            <a:ext cx="12192000" cy="390471"/>
          </a:xfrm>
          <a:prstGeom prst="rect">
            <a:avLst/>
          </a:prstGeom>
          <a:gradFill flip="none" rotWithShape="1">
            <a:gsLst>
              <a:gs pos="70000">
                <a:srgbClr val="DA2127"/>
              </a:gs>
              <a:gs pos="100000">
                <a:srgbClr val="A3191C"/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3A2C8B2-9787-423C-A72F-38E0F4617C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27"/>
          <a:stretch/>
        </p:blipFill>
        <p:spPr>
          <a:xfrm>
            <a:off x="152400" y="6509438"/>
            <a:ext cx="1528762" cy="32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214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86CAC-014C-4602-8F39-243285068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1D181D-E754-4A69-AD6F-50804B32D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F82ED7-C8AB-45E1-AB54-982FBEC8D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C35649-8474-41C8-8BCD-F69F0E3DA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5114E0-F84D-4611-803A-BA03F90F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DDFC07-D056-465B-9D5E-4509AC61A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EA587-D2DF-4A64-A694-4DA454980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05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600436-5DC6-4626-8B92-6A08769EF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D0E06D3-E5FF-41A5-8C32-2E78B2E9DF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CFCA74-2287-4D1A-9671-0A391539F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DC9C0E-8EA1-4523-A06C-D15B61FDF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69F12C-C704-404F-A290-59EFBF7C7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444390-F8D9-4D3D-86EB-52516483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EA587-D2DF-4A64-A694-4DA454980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11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B6506-D25F-49B8-88B2-68C29FB21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CBE959-B73D-4FE6-9943-9723FD202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46287A-7726-4EE1-A533-00AA9DD38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F06B1A-5C4C-462C-A116-4BCA3ECF9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CF2E0A-6782-4B3D-84E3-FCCFC1999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EA587-D2DF-4A64-A694-4DA454980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47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FC4853-2FAA-48CB-9B06-2628553FE5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295D96C-19C0-42AF-B659-27D1264D7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83953F-404B-4F94-B8D6-1BA524BEF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486687-1799-41F2-8E21-9FE2FF646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FB8995-CDA9-4301-8CB1-948C6C4B9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EA587-D2DF-4A64-A694-4DA454980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34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348DC5-43DE-4DE0-A9AE-0E5C0EA30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745D41-E265-4B16-A01D-D741E12D8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76F643-7A1C-4FF5-96F8-2260C2EDA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C0B9A3-E21F-4CB1-8BD3-9CF3B0659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DA8D7C-7A58-47D0-B9AA-935E08856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16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F1B527-E25F-4F21-B2C0-C5BEC2AB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1846D0-9937-4714-AF3A-8BB797678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A34E25-31D0-4BBB-9737-D8ED39252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E0232-8177-44DF-9E9A-F213CC374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1EF260-80CB-4C04-A710-B356965BB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38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23B45-F4DF-48A8-BB7E-2BAA40F53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EF6B19-694E-4E16-91AC-325E6622D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6E0B53-07B7-429A-9AD4-00D9B10AD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91A0AB-008D-448D-83F5-3AAF9A893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D47573-01D7-464C-B428-5DE5653AB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30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6CFB92-7FB9-4901-BB48-5007EB9A4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9096DE-74DA-449F-A296-250EBDA5C7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9DE75E-5A1E-43A1-9A96-2F16F4ED5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F71B14-1743-4CCF-9905-55D14E9DB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7AB978-C80B-497E-971E-D23D80DFF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1FAD5F-2ED4-4966-AADD-7E10E93CC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61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58ED7-5183-48E4-9FDC-93F329D58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300D74-27C5-4489-AFF8-01E2F5558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B5D8CB-E4C4-409B-8E93-29A5D704F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78E389-6467-4DE1-9615-397389F3C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8D5C83F-8588-44BC-8353-817CC7C73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3FA7512-BD2D-47A4-9EC7-A9DBA3243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158C5A9-F460-4E9E-84DE-1C903282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D8D42A-1460-484A-ADA8-B505304DE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000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93439-CB48-4E0D-8865-9E63B4319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C192A2-C324-4DD1-A2BC-DF09658A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337460-DB7C-4451-953D-EA028F886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2EAD24-698D-4EB5-A22A-A232C575C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45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536922C-6C20-4E93-8A57-744E35B0FE98}"/>
              </a:ext>
            </a:extLst>
          </p:cNvPr>
          <p:cNvSpPr/>
          <p:nvPr userDrawn="1"/>
        </p:nvSpPr>
        <p:spPr>
          <a:xfrm>
            <a:off x="0" y="0"/>
            <a:ext cx="12192000" cy="101548"/>
          </a:xfrm>
          <a:prstGeom prst="rect">
            <a:avLst/>
          </a:prstGeom>
          <a:gradFill flip="none" rotWithShape="1">
            <a:gsLst>
              <a:gs pos="70000">
                <a:srgbClr val="DA2127"/>
              </a:gs>
              <a:gs pos="100000">
                <a:srgbClr val="A3191C"/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EC018FA-39C5-4CE4-891E-BDB6D9D75480}"/>
              </a:ext>
            </a:extLst>
          </p:cNvPr>
          <p:cNvCxnSpPr>
            <a:cxnSpLocks/>
          </p:cNvCxnSpPr>
          <p:nvPr userDrawn="1"/>
        </p:nvCxnSpPr>
        <p:spPr>
          <a:xfrm>
            <a:off x="171948" y="6418136"/>
            <a:ext cx="1184810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BB3C539C-DA76-401D-A1D9-66F3F7E073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31" y="6540515"/>
            <a:ext cx="1170069" cy="15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21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8E9BE2-C8FD-4EDF-99A2-D36AEFD0A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15809E-3958-4CE1-A58D-90DEAAEBC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0BBBE9-A8CE-49F3-956C-5DAC249F6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E143B3-5B2D-49D5-AB23-5CD00D0E7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48D8B2-709D-43CB-B432-2E991807A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76CB6F-F667-4480-B624-697F52A42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8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3C189C-39C4-42A7-A712-775925482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1FD2380-9E1E-4A88-8C17-F6BA1983A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31F064-9720-434E-998D-26188D697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BB4D5A-0093-47F3-A1E6-5B9FBB6B6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AB4E28-41B6-42BB-9C60-FF5B89516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C8689D-2F08-4FE5-BEDA-F5C49773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338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ED0B94-8E52-42A1-BD87-8B3997CDB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1259A5-7A6B-4801-BBE8-DFDB5100B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285D24-BF87-42EC-94F9-4D131F80F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C66FD6-E8ED-4BA6-AF0D-C75D902E2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72D9B9-E73D-4D4F-8E9E-E46AA38BB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10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2FDFCF-1652-4ECF-9CEA-4775E4E482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6C81CF-9050-401A-A4C4-CF09E63C3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4E0CD9-3181-4FB1-AA1C-59E44E0F9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879187-D820-41F6-AE86-830D1158C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5797B7-165E-4966-A27B-FFDD5E447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593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C9EE10-B686-4472-9DC4-97FC02FC4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5E4595-1FF5-4DAF-9CB9-BDD6D1EC9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D6E50B-F94B-4FFD-B2E8-C5E04359B0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295DE7-0248-4AE0-9F91-8D53C5D3E7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8F6227-EC92-4672-8FE5-C2D51757B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EA587-D2DF-4A64-A694-4DA454980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988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E0C1FE9-0A05-4172-8EFB-E952A95D4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4927E4-9B8D-440C-B9AA-631FF0C53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7FB799-8A9D-437D-B7FF-790A9576E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EE42C9-EA16-49B7-8C26-52A3919927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F51F92-A0BE-4974-BC5D-2CF6C9DE8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523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7.sv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20.png"/><Relationship Id="rId10" Type="http://schemas.openxmlformats.org/officeDocument/2006/relationships/image" Target="../media/image33.png"/><Relationship Id="rId4" Type="http://schemas.openxmlformats.org/officeDocument/2006/relationships/image" Target="../media/image16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5" Type="http://schemas.openxmlformats.org/officeDocument/2006/relationships/image" Target="../media/image2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jpe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0A07D3FD-B4AA-4ABB-88F5-68EE4308D835}"/>
              </a:ext>
            </a:extLst>
          </p:cNvPr>
          <p:cNvSpPr/>
          <p:nvPr/>
        </p:nvSpPr>
        <p:spPr>
          <a:xfrm flipV="1">
            <a:off x="4959260" y="-662940"/>
            <a:ext cx="2273480" cy="3406140"/>
          </a:xfrm>
          <a:custGeom>
            <a:avLst/>
            <a:gdLst>
              <a:gd name="connsiteX0" fmla="*/ 0 w 3444240"/>
              <a:gd name="connsiteY0" fmla="*/ 5160179 h 5160179"/>
              <a:gd name="connsiteX1" fmla="*/ 3444240 w 3444240"/>
              <a:gd name="connsiteY1" fmla="*/ 5160179 h 5160179"/>
              <a:gd name="connsiteX2" fmla="*/ 3444240 w 3444240"/>
              <a:gd name="connsiteY2" fmla="*/ 1091099 h 5160179"/>
              <a:gd name="connsiteX3" fmla="*/ 1722120 w 3444240"/>
              <a:gd name="connsiteY3" fmla="*/ 0 h 5160179"/>
              <a:gd name="connsiteX4" fmla="*/ 0 w 3444240"/>
              <a:gd name="connsiteY4" fmla="*/ 1091099 h 5160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4240" h="5160179">
                <a:moveTo>
                  <a:pt x="0" y="5160179"/>
                </a:moveTo>
                <a:lnTo>
                  <a:pt x="3444240" y="5160179"/>
                </a:lnTo>
                <a:lnTo>
                  <a:pt x="3444240" y="1091099"/>
                </a:lnTo>
                <a:lnTo>
                  <a:pt x="1722120" y="0"/>
                </a:lnTo>
                <a:lnTo>
                  <a:pt x="0" y="1091099"/>
                </a:lnTo>
                <a:close/>
              </a:path>
            </a:pathLst>
          </a:custGeom>
          <a:solidFill>
            <a:srgbClr val="CA1F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2E6E39DF-C55E-4B5D-BC22-ACF95FD72BB9}"/>
              </a:ext>
            </a:extLst>
          </p:cNvPr>
          <p:cNvSpPr/>
          <p:nvPr/>
        </p:nvSpPr>
        <p:spPr>
          <a:xfrm flipV="1">
            <a:off x="5060872" y="-469656"/>
            <a:ext cx="2071095" cy="3102926"/>
          </a:xfrm>
          <a:custGeom>
            <a:avLst/>
            <a:gdLst>
              <a:gd name="connsiteX0" fmla="*/ 0 w 3444240"/>
              <a:gd name="connsiteY0" fmla="*/ 5160179 h 5160179"/>
              <a:gd name="connsiteX1" fmla="*/ 3444240 w 3444240"/>
              <a:gd name="connsiteY1" fmla="*/ 5160179 h 5160179"/>
              <a:gd name="connsiteX2" fmla="*/ 3444240 w 3444240"/>
              <a:gd name="connsiteY2" fmla="*/ 1091099 h 5160179"/>
              <a:gd name="connsiteX3" fmla="*/ 1722120 w 3444240"/>
              <a:gd name="connsiteY3" fmla="*/ 0 h 5160179"/>
              <a:gd name="connsiteX4" fmla="*/ 0 w 3444240"/>
              <a:gd name="connsiteY4" fmla="*/ 1091099 h 5160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4240" h="5160179">
                <a:moveTo>
                  <a:pt x="0" y="5160179"/>
                </a:moveTo>
                <a:lnTo>
                  <a:pt x="3444240" y="5160179"/>
                </a:lnTo>
                <a:lnTo>
                  <a:pt x="3444240" y="1091099"/>
                </a:lnTo>
                <a:lnTo>
                  <a:pt x="1722120" y="0"/>
                </a:lnTo>
                <a:lnTo>
                  <a:pt x="0" y="1091099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1A618196-82AF-4FB4-92C9-EFA1006E5E25}"/>
              </a:ext>
            </a:extLst>
          </p:cNvPr>
          <p:cNvSpPr/>
          <p:nvPr/>
        </p:nvSpPr>
        <p:spPr>
          <a:xfrm flipV="1">
            <a:off x="5161430" y="-285703"/>
            <a:ext cx="1869978" cy="2801611"/>
          </a:xfrm>
          <a:custGeom>
            <a:avLst/>
            <a:gdLst>
              <a:gd name="connsiteX0" fmla="*/ 0 w 3444240"/>
              <a:gd name="connsiteY0" fmla="*/ 5160179 h 5160179"/>
              <a:gd name="connsiteX1" fmla="*/ 3444240 w 3444240"/>
              <a:gd name="connsiteY1" fmla="*/ 5160179 h 5160179"/>
              <a:gd name="connsiteX2" fmla="*/ 3444240 w 3444240"/>
              <a:gd name="connsiteY2" fmla="*/ 1091099 h 5160179"/>
              <a:gd name="connsiteX3" fmla="*/ 1722120 w 3444240"/>
              <a:gd name="connsiteY3" fmla="*/ 0 h 5160179"/>
              <a:gd name="connsiteX4" fmla="*/ 0 w 3444240"/>
              <a:gd name="connsiteY4" fmla="*/ 1091099 h 5160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4240" h="5160179">
                <a:moveTo>
                  <a:pt x="0" y="5160179"/>
                </a:moveTo>
                <a:lnTo>
                  <a:pt x="3444240" y="5160179"/>
                </a:lnTo>
                <a:lnTo>
                  <a:pt x="3444240" y="1091099"/>
                </a:lnTo>
                <a:lnTo>
                  <a:pt x="1722120" y="0"/>
                </a:lnTo>
                <a:lnTo>
                  <a:pt x="0" y="1091099"/>
                </a:lnTo>
                <a:close/>
              </a:path>
            </a:pathLst>
          </a:custGeom>
          <a:noFill/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Freeform 41">
            <a:extLst>
              <a:ext uri="{FF2B5EF4-FFF2-40B4-BE49-F238E27FC236}">
                <a16:creationId xmlns:a16="http://schemas.microsoft.com/office/drawing/2014/main" id="{491F4A9E-E5A8-4E3D-BDCB-9F6C609018D4}"/>
              </a:ext>
            </a:extLst>
          </p:cNvPr>
          <p:cNvSpPr>
            <a:spLocks noEditPoints="1"/>
          </p:cNvSpPr>
          <p:nvPr/>
        </p:nvSpPr>
        <p:spPr bwMode="auto">
          <a:xfrm>
            <a:off x="5483667" y="179966"/>
            <a:ext cx="1224666" cy="1204232"/>
          </a:xfrm>
          <a:custGeom>
            <a:avLst/>
            <a:gdLst>
              <a:gd name="T0" fmla="*/ 686 w 1614"/>
              <a:gd name="T1" fmla="*/ 784 h 1587"/>
              <a:gd name="T2" fmla="*/ 686 w 1614"/>
              <a:gd name="T3" fmla="*/ 714 h 1587"/>
              <a:gd name="T4" fmla="*/ 926 w 1614"/>
              <a:gd name="T5" fmla="*/ 714 h 1587"/>
              <a:gd name="T6" fmla="*/ 679 w 1614"/>
              <a:gd name="T7" fmla="*/ 1012 h 1587"/>
              <a:gd name="T8" fmla="*/ 919 w 1614"/>
              <a:gd name="T9" fmla="*/ 986 h 1587"/>
              <a:gd name="T10" fmla="*/ 904 w 1614"/>
              <a:gd name="T11" fmla="*/ 869 h 1587"/>
              <a:gd name="T12" fmla="*/ 708 w 1614"/>
              <a:gd name="T13" fmla="*/ 869 h 1587"/>
              <a:gd name="T14" fmla="*/ 938 w 1614"/>
              <a:gd name="T15" fmla="*/ 544 h 1587"/>
              <a:gd name="T16" fmla="*/ 847 w 1614"/>
              <a:gd name="T17" fmla="*/ 528 h 1587"/>
              <a:gd name="T18" fmla="*/ 711 w 1614"/>
              <a:gd name="T19" fmla="*/ 955 h 1587"/>
              <a:gd name="T20" fmla="*/ 711 w 1614"/>
              <a:gd name="T21" fmla="*/ 914 h 1587"/>
              <a:gd name="T22" fmla="*/ 983 w 1614"/>
              <a:gd name="T23" fmla="*/ 1141 h 1587"/>
              <a:gd name="T24" fmla="*/ 641 w 1614"/>
              <a:gd name="T25" fmla="*/ 1170 h 1587"/>
              <a:gd name="T26" fmla="*/ 1147 w 1614"/>
              <a:gd name="T27" fmla="*/ 806 h 1587"/>
              <a:gd name="T28" fmla="*/ 1106 w 1614"/>
              <a:gd name="T29" fmla="*/ 891 h 1587"/>
              <a:gd name="T30" fmla="*/ 1128 w 1614"/>
              <a:gd name="T31" fmla="*/ 626 h 1587"/>
              <a:gd name="T32" fmla="*/ 1043 w 1614"/>
              <a:gd name="T33" fmla="*/ 667 h 1587"/>
              <a:gd name="T34" fmla="*/ 1611 w 1614"/>
              <a:gd name="T35" fmla="*/ 585 h 1587"/>
              <a:gd name="T36" fmla="*/ 1283 w 1614"/>
              <a:gd name="T37" fmla="*/ 389 h 1587"/>
              <a:gd name="T38" fmla="*/ 831 w 1614"/>
              <a:gd name="T39" fmla="*/ 13 h 1587"/>
              <a:gd name="T40" fmla="*/ 803 w 1614"/>
              <a:gd name="T41" fmla="*/ 0 h 1587"/>
              <a:gd name="T42" fmla="*/ 784 w 1614"/>
              <a:gd name="T43" fmla="*/ 10 h 1587"/>
              <a:gd name="T44" fmla="*/ 464 w 1614"/>
              <a:gd name="T45" fmla="*/ 376 h 1587"/>
              <a:gd name="T46" fmla="*/ 3 w 1614"/>
              <a:gd name="T47" fmla="*/ 582 h 1587"/>
              <a:gd name="T48" fmla="*/ 6 w 1614"/>
              <a:gd name="T49" fmla="*/ 613 h 1587"/>
              <a:gd name="T50" fmla="*/ 227 w 1614"/>
              <a:gd name="T51" fmla="*/ 1157 h 1587"/>
              <a:gd name="T52" fmla="*/ 303 w 1614"/>
              <a:gd name="T53" fmla="*/ 1527 h 1587"/>
              <a:gd name="T54" fmla="*/ 809 w 1614"/>
              <a:gd name="T55" fmla="*/ 1429 h 1587"/>
              <a:gd name="T56" fmla="*/ 1286 w 1614"/>
              <a:gd name="T57" fmla="*/ 1536 h 1587"/>
              <a:gd name="T58" fmla="*/ 1308 w 1614"/>
              <a:gd name="T59" fmla="*/ 1527 h 1587"/>
              <a:gd name="T60" fmla="*/ 1317 w 1614"/>
              <a:gd name="T61" fmla="*/ 1508 h 1587"/>
              <a:gd name="T62" fmla="*/ 1460 w 1614"/>
              <a:gd name="T63" fmla="*/ 936 h 1587"/>
              <a:gd name="T64" fmla="*/ 1614 w 1614"/>
              <a:gd name="T65" fmla="*/ 594 h 1587"/>
              <a:gd name="T66" fmla="*/ 720 w 1614"/>
              <a:gd name="T67" fmla="*/ 120 h 1587"/>
              <a:gd name="T68" fmla="*/ 1039 w 1614"/>
              <a:gd name="T69" fmla="*/ 294 h 1587"/>
              <a:gd name="T70" fmla="*/ 209 w 1614"/>
              <a:gd name="T71" fmla="*/ 901 h 1587"/>
              <a:gd name="T72" fmla="*/ 142 w 1614"/>
              <a:gd name="T73" fmla="*/ 541 h 1587"/>
              <a:gd name="T74" fmla="*/ 294 w 1614"/>
              <a:gd name="T75" fmla="*/ 847 h 1587"/>
              <a:gd name="T76" fmla="*/ 515 w 1614"/>
              <a:gd name="T77" fmla="*/ 1508 h 1587"/>
              <a:gd name="T78" fmla="*/ 284 w 1614"/>
              <a:gd name="T79" fmla="*/ 1186 h 1587"/>
              <a:gd name="T80" fmla="*/ 806 w 1614"/>
              <a:gd name="T81" fmla="*/ 1299 h 1587"/>
              <a:gd name="T82" fmla="*/ 1346 w 1614"/>
              <a:gd name="T83" fmla="*/ 1328 h 1587"/>
              <a:gd name="T84" fmla="*/ 967 w 1614"/>
              <a:gd name="T85" fmla="*/ 1448 h 1587"/>
              <a:gd name="T86" fmla="*/ 1330 w 1614"/>
              <a:gd name="T87" fmla="*/ 1186 h 1587"/>
              <a:gd name="T88" fmla="*/ 1406 w 1614"/>
              <a:gd name="T89" fmla="*/ 898 h 1587"/>
              <a:gd name="T90" fmla="*/ 1289 w 1614"/>
              <a:gd name="T91" fmla="*/ 455 h 1587"/>
              <a:gd name="T92" fmla="*/ 986 w 1614"/>
              <a:gd name="T93" fmla="*/ 1201 h 1587"/>
              <a:gd name="T94" fmla="*/ 986 w 1614"/>
              <a:gd name="T95" fmla="*/ 1239 h 1587"/>
              <a:gd name="T96" fmla="*/ 951 w 1614"/>
              <a:gd name="T97" fmla="*/ 1097 h 1587"/>
              <a:gd name="T98" fmla="*/ 651 w 1614"/>
              <a:gd name="T99" fmla="*/ 1072 h 1587"/>
              <a:gd name="T100" fmla="*/ 739 w 1614"/>
              <a:gd name="T101" fmla="*/ 594 h 1587"/>
              <a:gd name="T102" fmla="*/ 695 w 1614"/>
              <a:gd name="T103" fmla="*/ 512 h 1587"/>
              <a:gd name="T104" fmla="*/ 553 w 1614"/>
              <a:gd name="T105" fmla="*/ 591 h 1587"/>
              <a:gd name="T106" fmla="*/ 540 w 1614"/>
              <a:gd name="T107" fmla="*/ 686 h 1587"/>
              <a:gd name="T108" fmla="*/ 506 w 1614"/>
              <a:gd name="T109" fmla="*/ 812 h 1587"/>
              <a:gd name="T110" fmla="*/ 439 w 1614"/>
              <a:gd name="T111" fmla="*/ 879 h 1587"/>
              <a:gd name="T112" fmla="*/ 506 w 1614"/>
              <a:gd name="T113" fmla="*/ 812 h 15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14" h="1587">
                <a:moveTo>
                  <a:pt x="926" y="800"/>
                </a:moveTo>
                <a:lnTo>
                  <a:pt x="926" y="784"/>
                </a:lnTo>
                <a:cubicBezTo>
                  <a:pt x="926" y="778"/>
                  <a:pt x="923" y="771"/>
                  <a:pt x="913" y="771"/>
                </a:cubicBezTo>
                <a:lnTo>
                  <a:pt x="698" y="771"/>
                </a:lnTo>
                <a:cubicBezTo>
                  <a:pt x="692" y="771"/>
                  <a:pt x="686" y="778"/>
                  <a:pt x="686" y="784"/>
                </a:cubicBezTo>
                <a:lnTo>
                  <a:pt x="686" y="800"/>
                </a:lnTo>
                <a:cubicBezTo>
                  <a:pt x="686" y="806"/>
                  <a:pt x="692" y="812"/>
                  <a:pt x="698" y="812"/>
                </a:cubicBezTo>
                <a:lnTo>
                  <a:pt x="913" y="812"/>
                </a:lnTo>
                <a:cubicBezTo>
                  <a:pt x="923" y="812"/>
                  <a:pt x="926" y="806"/>
                  <a:pt x="926" y="800"/>
                </a:cubicBezTo>
                <a:close/>
                <a:moveTo>
                  <a:pt x="686" y="714"/>
                </a:moveTo>
                <a:lnTo>
                  <a:pt x="686" y="727"/>
                </a:lnTo>
                <a:cubicBezTo>
                  <a:pt x="686" y="733"/>
                  <a:pt x="692" y="740"/>
                  <a:pt x="698" y="740"/>
                </a:cubicBezTo>
                <a:lnTo>
                  <a:pt x="913" y="740"/>
                </a:lnTo>
                <a:cubicBezTo>
                  <a:pt x="923" y="740"/>
                  <a:pt x="926" y="733"/>
                  <a:pt x="926" y="727"/>
                </a:cubicBezTo>
                <a:lnTo>
                  <a:pt x="926" y="714"/>
                </a:lnTo>
                <a:cubicBezTo>
                  <a:pt x="926" y="705"/>
                  <a:pt x="923" y="699"/>
                  <a:pt x="913" y="699"/>
                </a:cubicBezTo>
                <a:lnTo>
                  <a:pt x="698" y="699"/>
                </a:lnTo>
                <a:cubicBezTo>
                  <a:pt x="692" y="699"/>
                  <a:pt x="686" y="705"/>
                  <a:pt x="686" y="714"/>
                </a:cubicBezTo>
                <a:close/>
                <a:moveTo>
                  <a:pt x="679" y="999"/>
                </a:moveTo>
                <a:lnTo>
                  <a:pt x="679" y="1012"/>
                </a:lnTo>
                <a:cubicBezTo>
                  <a:pt x="679" y="1021"/>
                  <a:pt x="686" y="1024"/>
                  <a:pt x="692" y="1024"/>
                </a:cubicBezTo>
                <a:lnTo>
                  <a:pt x="919" y="1024"/>
                </a:lnTo>
                <a:cubicBezTo>
                  <a:pt x="926" y="1024"/>
                  <a:pt x="932" y="1021"/>
                  <a:pt x="932" y="1012"/>
                </a:cubicBezTo>
                <a:lnTo>
                  <a:pt x="932" y="999"/>
                </a:lnTo>
                <a:cubicBezTo>
                  <a:pt x="932" y="993"/>
                  <a:pt x="926" y="986"/>
                  <a:pt x="919" y="986"/>
                </a:cubicBezTo>
                <a:lnTo>
                  <a:pt x="692" y="986"/>
                </a:lnTo>
                <a:cubicBezTo>
                  <a:pt x="686" y="986"/>
                  <a:pt x="679" y="993"/>
                  <a:pt x="679" y="999"/>
                </a:cubicBezTo>
                <a:close/>
                <a:moveTo>
                  <a:pt x="720" y="882"/>
                </a:moveTo>
                <a:lnTo>
                  <a:pt x="891" y="882"/>
                </a:lnTo>
                <a:cubicBezTo>
                  <a:pt x="897" y="882"/>
                  <a:pt x="904" y="876"/>
                  <a:pt x="904" y="869"/>
                </a:cubicBezTo>
                <a:lnTo>
                  <a:pt x="904" y="857"/>
                </a:lnTo>
                <a:cubicBezTo>
                  <a:pt x="904" y="850"/>
                  <a:pt x="897" y="844"/>
                  <a:pt x="891" y="844"/>
                </a:cubicBezTo>
                <a:lnTo>
                  <a:pt x="720" y="844"/>
                </a:lnTo>
                <a:cubicBezTo>
                  <a:pt x="714" y="844"/>
                  <a:pt x="708" y="850"/>
                  <a:pt x="708" y="857"/>
                </a:cubicBezTo>
                <a:lnTo>
                  <a:pt x="708" y="869"/>
                </a:lnTo>
                <a:cubicBezTo>
                  <a:pt x="708" y="876"/>
                  <a:pt x="714" y="882"/>
                  <a:pt x="720" y="882"/>
                </a:cubicBezTo>
                <a:close/>
                <a:moveTo>
                  <a:pt x="878" y="594"/>
                </a:moveTo>
                <a:lnTo>
                  <a:pt x="910" y="569"/>
                </a:lnTo>
                <a:lnTo>
                  <a:pt x="951" y="582"/>
                </a:lnTo>
                <a:lnTo>
                  <a:pt x="938" y="544"/>
                </a:lnTo>
                <a:lnTo>
                  <a:pt x="964" y="512"/>
                </a:lnTo>
                <a:lnTo>
                  <a:pt x="923" y="512"/>
                </a:lnTo>
                <a:lnTo>
                  <a:pt x="897" y="477"/>
                </a:lnTo>
                <a:lnTo>
                  <a:pt x="885" y="515"/>
                </a:lnTo>
                <a:lnTo>
                  <a:pt x="847" y="528"/>
                </a:lnTo>
                <a:lnTo>
                  <a:pt x="878" y="553"/>
                </a:lnTo>
                <a:lnTo>
                  <a:pt x="878" y="594"/>
                </a:lnTo>
                <a:close/>
                <a:moveTo>
                  <a:pt x="698" y="926"/>
                </a:moveTo>
                <a:lnTo>
                  <a:pt x="698" y="942"/>
                </a:lnTo>
                <a:cubicBezTo>
                  <a:pt x="698" y="948"/>
                  <a:pt x="701" y="955"/>
                  <a:pt x="711" y="955"/>
                </a:cubicBezTo>
                <a:lnTo>
                  <a:pt x="904" y="955"/>
                </a:lnTo>
                <a:cubicBezTo>
                  <a:pt x="910" y="955"/>
                  <a:pt x="916" y="948"/>
                  <a:pt x="916" y="942"/>
                </a:cubicBezTo>
                <a:lnTo>
                  <a:pt x="916" y="926"/>
                </a:lnTo>
                <a:cubicBezTo>
                  <a:pt x="916" y="920"/>
                  <a:pt x="910" y="914"/>
                  <a:pt x="904" y="914"/>
                </a:cubicBezTo>
                <a:lnTo>
                  <a:pt x="711" y="914"/>
                </a:lnTo>
                <a:cubicBezTo>
                  <a:pt x="701" y="914"/>
                  <a:pt x="698" y="920"/>
                  <a:pt x="698" y="926"/>
                </a:cubicBezTo>
                <a:close/>
                <a:moveTo>
                  <a:pt x="641" y="1170"/>
                </a:moveTo>
                <a:lnTo>
                  <a:pt x="970" y="1170"/>
                </a:lnTo>
                <a:cubicBezTo>
                  <a:pt x="979" y="1170"/>
                  <a:pt x="983" y="1163"/>
                  <a:pt x="983" y="1157"/>
                </a:cubicBezTo>
                <a:lnTo>
                  <a:pt x="983" y="1141"/>
                </a:lnTo>
                <a:cubicBezTo>
                  <a:pt x="983" y="1135"/>
                  <a:pt x="979" y="1129"/>
                  <a:pt x="970" y="1129"/>
                </a:cubicBezTo>
                <a:lnTo>
                  <a:pt x="641" y="1129"/>
                </a:lnTo>
                <a:cubicBezTo>
                  <a:pt x="635" y="1129"/>
                  <a:pt x="629" y="1135"/>
                  <a:pt x="629" y="1141"/>
                </a:cubicBezTo>
                <a:lnTo>
                  <a:pt x="629" y="1157"/>
                </a:lnTo>
                <a:cubicBezTo>
                  <a:pt x="629" y="1163"/>
                  <a:pt x="635" y="1170"/>
                  <a:pt x="641" y="1170"/>
                </a:cubicBezTo>
                <a:close/>
                <a:moveTo>
                  <a:pt x="1137" y="866"/>
                </a:moveTo>
                <a:lnTo>
                  <a:pt x="1178" y="879"/>
                </a:lnTo>
                <a:lnTo>
                  <a:pt x="1163" y="841"/>
                </a:lnTo>
                <a:lnTo>
                  <a:pt x="1188" y="806"/>
                </a:lnTo>
                <a:lnTo>
                  <a:pt x="1147" y="806"/>
                </a:lnTo>
                <a:lnTo>
                  <a:pt x="1125" y="774"/>
                </a:lnTo>
                <a:lnTo>
                  <a:pt x="1112" y="812"/>
                </a:lnTo>
                <a:lnTo>
                  <a:pt x="1071" y="825"/>
                </a:lnTo>
                <a:lnTo>
                  <a:pt x="1106" y="850"/>
                </a:lnTo>
                <a:lnTo>
                  <a:pt x="1106" y="891"/>
                </a:lnTo>
                <a:lnTo>
                  <a:pt x="1137" y="866"/>
                </a:lnTo>
                <a:close/>
                <a:moveTo>
                  <a:pt x="1077" y="686"/>
                </a:moveTo>
                <a:lnTo>
                  <a:pt x="1115" y="699"/>
                </a:lnTo>
                <a:lnTo>
                  <a:pt x="1103" y="661"/>
                </a:lnTo>
                <a:lnTo>
                  <a:pt x="1128" y="626"/>
                </a:lnTo>
                <a:lnTo>
                  <a:pt x="1087" y="626"/>
                </a:lnTo>
                <a:lnTo>
                  <a:pt x="1062" y="591"/>
                </a:lnTo>
                <a:lnTo>
                  <a:pt x="1049" y="632"/>
                </a:lnTo>
                <a:lnTo>
                  <a:pt x="1011" y="645"/>
                </a:lnTo>
                <a:lnTo>
                  <a:pt x="1043" y="667"/>
                </a:lnTo>
                <a:lnTo>
                  <a:pt x="1043" y="708"/>
                </a:lnTo>
                <a:lnTo>
                  <a:pt x="1077" y="686"/>
                </a:lnTo>
                <a:close/>
                <a:moveTo>
                  <a:pt x="1614" y="591"/>
                </a:moveTo>
                <a:lnTo>
                  <a:pt x="1611" y="588"/>
                </a:lnTo>
                <a:lnTo>
                  <a:pt x="1611" y="585"/>
                </a:lnTo>
                <a:cubicBezTo>
                  <a:pt x="1611" y="579"/>
                  <a:pt x="1605" y="572"/>
                  <a:pt x="1599" y="569"/>
                </a:cubicBezTo>
                <a:lnTo>
                  <a:pt x="1592" y="566"/>
                </a:lnTo>
                <a:cubicBezTo>
                  <a:pt x="1545" y="547"/>
                  <a:pt x="1539" y="534"/>
                  <a:pt x="1529" y="512"/>
                </a:cubicBezTo>
                <a:cubicBezTo>
                  <a:pt x="1520" y="493"/>
                  <a:pt x="1507" y="468"/>
                  <a:pt x="1475" y="436"/>
                </a:cubicBezTo>
                <a:cubicBezTo>
                  <a:pt x="1403" y="364"/>
                  <a:pt x="1317" y="379"/>
                  <a:pt x="1283" y="389"/>
                </a:cubicBezTo>
                <a:cubicBezTo>
                  <a:pt x="1232" y="364"/>
                  <a:pt x="1185" y="364"/>
                  <a:pt x="1150" y="373"/>
                </a:cubicBezTo>
                <a:cubicBezTo>
                  <a:pt x="1150" y="335"/>
                  <a:pt x="1134" y="294"/>
                  <a:pt x="1093" y="256"/>
                </a:cubicBezTo>
                <a:cubicBezTo>
                  <a:pt x="1093" y="218"/>
                  <a:pt x="1081" y="130"/>
                  <a:pt x="989" y="85"/>
                </a:cubicBezTo>
                <a:cubicBezTo>
                  <a:pt x="948" y="63"/>
                  <a:pt x="923" y="60"/>
                  <a:pt x="900" y="57"/>
                </a:cubicBezTo>
                <a:cubicBezTo>
                  <a:pt x="875" y="54"/>
                  <a:pt x="863" y="51"/>
                  <a:pt x="831" y="13"/>
                </a:cubicBezTo>
                <a:lnTo>
                  <a:pt x="825" y="6"/>
                </a:lnTo>
                <a:cubicBezTo>
                  <a:pt x="821" y="3"/>
                  <a:pt x="815" y="0"/>
                  <a:pt x="812" y="0"/>
                </a:cubicBezTo>
                <a:lnTo>
                  <a:pt x="809" y="0"/>
                </a:lnTo>
                <a:lnTo>
                  <a:pt x="806" y="0"/>
                </a:lnTo>
                <a:lnTo>
                  <a:pt x="803" y="0"/>
                </a:lnTo>
                <a:lnTo>
                  <a:pt x="799" y="0"/>
                </a:lnTo>
                <a:lnTo>
                  <a:pt x="796" y="0"/>
                </a:lnTo>
                <a:lnTo>
                  <a:pt x="793" y="3"/>
                </a:lnTo>
                <a:lnTo>
                  <a:pt x="787" y="6"/>
                </a:lnTo>
                <a:lnTo>
                  <a:pt x="784" y="10"/>
                </a:lnTo>
                <a:lnTo>
                  <a:pt x="780" y="13"/>
                </a:lnTo>
                <a:cubicBezTo>
                  <a:pt x="749" y="51"/>
                  <a:pt x="736" y="54"/>
                  <a:pt x="711" y="57"/>
                </a:cubicBezTo>
                <a:cubicBezTo>
                  <a:pt x="689" y="60"/>
                  <a:pt x="663" y="63"/>
                  <a:pt x="622" y="85"/>
                </a:cubicBezTo>
                <a:cubicBezTo>
                  <a:pt x="534" y="130"/>
                  <a:pt x="521" y="218"/>
                  <a:pt x="518" y="256"/>
                </a:cubicBezTo>
                <a:cubicBezTo>
                  <a:pt x="477" y="294"/>
                  <a:pt x="464" y="335"/>
                  <a:pt x="464" y="376"/>
                </a:cubicBezTo>
                <a:cubicBezTo>
                  <a:pt x="427" y="364"/>
                  <a:pt x="382" y="364"/>
                  <a:pt x="332" y="392"/>
                </a:cubicBezTo>
                <a:cubicBezTo>
                  <a:pt x="297" y="379"/>
                  <a:pt x="212" y="367"/>
                  <a:pt x="139" y="439"/>
                </a:cubicBezTo>
                <a:cubicBezTo>
                  <a:pt x="107" y="468"/>
                  <a:pt x="95" y="493"/>
                  <a:pt x="85" y="512"/>
                </a:cubicBezTo>
                <a:cubicBezTo>
                  <a:pt x="73" y="534"/>
                  <a:pt x="70" y="547"/>
                  <a:pt x="22" y="566"/>
                </a:cubicBezTo>
                <a:cubicBezTo>
                  <a:pt x="13" y="569"/>
                  <a:pt x="6" y="575"/>
                  <a:pt x="3" y="582"/>
                </a:cubicBezTo>
                <a:lnTo>
                  <a:pt x="3" y="585"/>
                </a:lnTo>
                <a:lnTo>
                  <a:pt x="0" y="588"/>
                </a:lnTo>
                <a:lnTo>
                  <a:pt x="0" y="591"/>
                </a:lnTo>
                <a:lnTo>
                  <a:pt x="0" y="594"/>
                </a:lnTo>
                <a:cubicBezTo>
                  <a:pt x="0" y="601"/>
                  <a:pt x="3" y="607"/>
                  <a:pt x="6" y="613"/>
                </a:cubicBezTo>
                <a:cubicBezTo>
                  <a:pt x="35" y="654"/>
                  <a:pt x="32" y="667"/>
                  <a:pt x="25" y="692"/>
                </a:cubicBezTo>
                <a:cubicBezTo>
                  <a:pt x="22" y="714"/>
                  <a:pt x="19" y="743"/>
                  <a:pt x="25" y="784"/>
                </a:cubicBezTo>
                <a:cubicBezTo>
                  <a:pt x="41" y="885"/>
                  <a:pt x="120" y="923"/>
                  <a:pt x="155" y="936"/>
                </a:cubicBezTo>
                <a:cubicBezTo>
                  <a:pt x="180" y="989"/>
                  <a:pt x="215" y="1015"/>
                  <a:pt x="253" y="1027"/>
                </a:cubicBezTo>
                <a:cubicBezTo>
                  <a:pt x="231" y="1059"/>
                  <a:pt x="215" y="1100"/>
                  <a:pt x="227" y="1157"/>
                </a:cubicBezTo>
                <a:cubicBezTo>
                  <a:pt x="205" y="1189"/>
                  <a:pt x="164" y="1265"/>
                  <a:pt x="212" y="1356"/>
                </a:cubicBezTo>
                <a:cubicBezTo>
                  <a:pt x="231" y="1397"/>
                  <a:pt x="250" y="1416"/>
                  <a:pt x="265" y="1429"/>
                </a:cubicBezTo>
                <a:cubicBezTo>
                  <a:pt x="284" y="1448"/>
                  <a:pt x="294" y="1457"/>
                  <a:pt x="297" y="1508"/>
                </a:cubicBezTo>
                <a:cubicBezTo>
                  <a:pt x="297" y="1511"/>
                  <a:pt x="297" y="1517"/>
                  <a:pt x="300" y="1521"/>
                </a:cubicBezTo>
                <a:lnTo>
                  <a:pt x="303" y="1527"/>
                </a:lnTo>
                <a:cubicBezTo>
                  <a:pt x="310" y="1536"/>
                  <a:pt x="322" y="1540"/>
                  <a:pt x="335" y="1536"/>
                </a:cubicBezTo>
                <a:cubicBezTo>
                  <a:pt x="385" y="1524"/>
                  <a:pt x="398" y="1530"/>
                  <a:pt x="420" y="1543"/>
                </a:cubicBezTo>
                <a:cubicBezTo>
                  <a:pt x="439" y="1552"/>
                  <a:pt x="461" y="1565"/>
                  <a:pt x="506" y="1571"/>
                </a:cubicBezTo>
                <a:cubicBezTo>
                  <a:pt x="607" y="1587"/>
                  <a:pt x="667" y="1524"/>
                  <a:pt x="692" y="1495"/>
                </a:cubicBezTo>
                <a:cubicBezTo>
                  <a:pt x="749" y="1489"/>
                  <a:pt x="784" y="1461"/>
                  <a:pt x="809" y="1429"/>
                </a:cubicBezTo>
                <a:cubicBezTo>
                  <a:pt x="831" y="1461"/>
                  <a:pt x="866" y="1486"/>
                  <a:pt x="923" y="1492"/>
                </a:cubicBezTo>
                <a:cubicBezTo>
                  <a:pt x="945" y="1521"/>
                  <a:pt x="1008" y="1587"/>
                  <a:pt x="1109" y="1571"/>
                </a:cubicBezTo>
                <a:cubicBezTo>
                  <a:pt x="1150" y="1562"/>
                  <a:pt x="1175" y="1549"/>
                  <a:pt x="1194" y="1540"/>
                </a:cubicBezTo>
                <a:cubicBezTo>
                  <a:pt x="1216" y="1527"/>
                  <a:pt x="1229" y="1521"/>
                  <a:pt x="1276" y="1536"/>
                </a:cubicBezTo>
                <a:lnTo>
                  <a:pt x="1286" y="1536"/>
                </a:lnTo>
                <a:lnTo>
                  <a:pt x="1295" y="1536"/>
                </a:lnTo>
                <a:lnTo>
                  <a:pt x="1302" y="1533"/>
                </a:lnTo>
                <a:lnTo>
                  <a:pt x="1305" y="1530"/>
                </a:lnTo>
                <a:lnTo>
                  <a:pt x="1308" y="1530"/>
                </a:lnTo>
                <a:lnTo>
                  <a:pt x="1308" y="1527"/>
                </a:lnTo>
                <a:lnTo>
                  <a:pt x="1311" y="1524"/>
                </a:lnTo>
                <a:lnTo>
                  <a:pt x="1311" y="1521"/>
                </a:lnTo>
                <a:lnTo>
                  <a:pt x="1314" y="1521"/>
                </a:lnTo>
                <a:lnTo>
                  <a:pt x="1317" y="1514"/>
                </a:lnTo>
                <a:lnTo>
                  <a:pt x="1317" y="1508"/>
                </a:lnTo>
                <a:cubicBezTo>
                  <a:pt x="1321" y="1454"/>
                  <a:pt x="1330" y="1448"/>
                  <a:pt x="1349" y="1429"/>
                </a:cubicBezTo>
                <a:cubicBezTo>
                  <a:pt x="1362" y="1413"/>
                  <a:pt x="1384" y="1394"/>
                  <a:pt x="1403" y="1356"/>
                </a:cubicBezTo>
                <a:cubicBezTo>
                  <a:pt x="1450" y="1265"/>
                  <a:pt x="1409" y="1186"/>
                  <a:pt x="1387" y="1157"/>
                </a:cubicBezTo>
                <a:cubicBezTo>
                  <a:pt x="1400" y="1100"/>
                  <a:pt x="1384" y="1056"/>
                  <a:pt x="1362" y="1027"/>
                </a:cubicBezTo>
                <a:cubicBezTo>
                  <a:pt x="1400" y="1015"/>
                  <a:pt x="1434" y="986"/>
                  <a:pt x="1460" y="936"/>
                </a:cubicBezTo>
                <a:cubicBezTo>
                  <a:pt x="1494" y="923"/>
                  <a:pt x="1573" y="885"/>
                  <a:pt x="1589" y="784"/>
                </a:cubicBezTo>
                <a:cubicBezTo>
                  <a:pt x="1596" y="740"/>
                  <a:pt x="1589" y="714"/>
                  <a:pt x="1586" y="692"/>
                </a:cubicBezTo>
                <a:cubicBezTo>
                  <a:pt x="1583" y="667"/>
                  <a:pt x="1580" y="654"/>
                  <a:pt x="1608" y="613"/>
                </a:cubicBezTo>
                <a:lnTo>
                  <a:pt x="1611" y="607"/>
                </a:lnTo>
                <a:cubicBezTo>
                  <a:pt x="1611" y="601"/>
                  <a:pt x="1614" y="598"/>
                  <a:pt x="1614" y="594"/>
                </a:cubicBezTo>
                <a:lnTo>
                  <a:pt x="1614" y="591"/>
                </a:lnTo>
                <a:close/>
                <a:moveTo>
                  <a:pt x="572" y="294"/>
                </a:moveTo>
                <a:cubicBezTo>
                  <a:pt x="581" y="288"/>
                  <a:pt x="585" y="278"/>
                  <a:pt x="585" y="266"/>
                </a:cubicBezTo>
                <a:cubicBezTo>
                  <a:pt x="585" y="262"/>
                  <a:pt x="575" y="180"/>
                  <a:pt x="654" y="142"/>
                </a:cubicBezTo>
                <a:cubicBezTo>
                  <a:pt x="682" y="126"/>
                  <a:pt x="701" y="123"/>
                  <a:pt x="720" y="120"/>
                </a:cubicBezTo>
                <a:cubicBezTo>
                  <a:pt x="752" y="117"/>
                  <a:pt x="774" y="111"/>
                  <a:pt x="806" y="79"/>
                </a:cubicBezTo>
                <a:cubicBezTo>
                  <a:pt x="837" y="111"/>
                  <a:pt x="863" y="117"/>
                  <a:pt x="894" y="120"/>
                </a:cubicBezTo>
                <a:cubicBezTo>
                  <a:pt x="910" y="123"/>
                  <a:pt x="929" y="126"/>
                  <a:pt x="960" y="142"/>
                </a:cubicBezTo>
                <a:cubicBezTo>
                  <a:pt x="1036" y="180"/>
                  <a:pt x="1030" y="262"/>
                  <a:pt x="1030" y="266"/>
                </a:cubicBezTo>
                <a:cubicBezTo>
                  <a:pt x="1027" y="278"/>
                  <a:pt x="1033" y="288"/>
                  <a:pt x="1039" y="294"/>
                </a:cubicBezTo>
                <a:cubicBezTo>
                  <a:pt x="1099" y="341"/>
                  <a:pt x="1087" y="392"/>
                  <a:pt x="1077" y="417"/>
                </a:cubicBezTo>
                <a:cubicBezTo>
                  <a:pt x="998" y="367"/>
                  <a:pt x="904" y="338"/>
                  <a:pt x="806" y="338"/>
                </a:cubicBezTo>
                <a:cubicBezTo>
                  <a:pt x="705" y="338"/>
                  <a:pt x="613" y="367"/>
                  <a:pt x="534" y="417"/>
                </a:cubicBezTo>
                <a:cubicBezTo>
                  <a:pt x="524" y="389"/>
                  <a:pt x="515" y="338"/>
                  <a:pt x="572" y="294"/>
                </a:cubicBezTo>
                <a:close/>
                <a:moveTo>
                  <a:pt x="209" y="901"/>
                </a:moveTo>
                <a:cubicBezTo>
                  <a:pt x="205" y="888"/>
                  <a:pt x="196" y="882"/>
                  <a:pt x="186" y="879"/>
                </a:cubicBezTo>
                <a:cubicBezTo>
                  <a:pt x="183" y="879"/>
                  <a:pt x="101" y="860"/>
                  <a:pt x="88" y="774"/>
                </a:cubicBezTo>
                <a:cubicBezTo>
                  <a:pt x="82" y="743"/>
                  <a:pt x="85" y="724"/>
                  <a:pt x="88" y="705"/>
                </a:cubicBezTo>
                <a:cubicBezTo>
                  <a:pt x="95" y="673"/>
                  <a:pt x="95" y="648"/>
                  <a:pt x="76" y="610"/>
                </a:cubicBezTo>
                <a:cubicBezTo>
                  <a:pt x="117" y="588"/>
                  <a:pt x="130" y="569"/>
                  <a:pt x="142" y="541"/>
                </a:cubicBezTo>
                <a:cubicBezTo>
                  <a:pt x="152" y="525"/>
                  <a:pt x="158" y="506"/>
                  <a:pt x="183" y="484"/>
                </a:cubicBezTo>
                <a:cubicBezTo>
                  <a:pt x="243" y="424"/>
                  <a:pt x="319" y="455"/>
                  <a:pt x="322" y="455"/>
                </a:cubicBezTo>
                <a:cubicBezTo>
                  <a:pt x="335" y="458"/>
                  <a:pt x="344" y="458"/>
                  <a:pt x="354" y="452"/>
                </a:cubicBezTo>
                <a:cubicBezTo>
                  <a:pt x="414" y="414"/>
                  <a:pt x="458" y="436"/>
                  <a:pt x="480" y="455"/>
                </a:cubicBezTo>
                <a:cubicBezTo>
                  <a:pt x="367" y="550"/>
                  <a:pt x="294" y="689"/>
                  <a:pt x="294" y="847"/>
                </a:cubicBezTo>
                <a:cubicBezTo>
                  <a:pt x="294" y="891"/>
                  <a:pt x="300" y="933"/>
                  <a:pt x="310" y="971"/>
                </a:cubicBezTo>
                <a:cubicBezTo>
                  <a:pt x="281" y="974"/>
                  <a:pt x="234" y="964"/>
                  <a:pt x="209" y="901"/>
                </a:cubicBezTo>
                <a:close/>
                <a:moveTo>
                  <a:pt x="673" y="1432"/>
                </a:moveTo>
                <a:cubicBezTo>
                  <a:pt x="660" y="1432"/>
                  <a:pt x="651" y="1438"/>
                  <a:pt x="645" y="1448"/>
                </a:cubicBezTo>
                <a:cubicBezTo>
                  <a:pt x="645" y="1451"/>
                  <a:pt x="600" y="1521"/>
                  <a:pt x="515" y="1508"/>
                </a:cubicBezTo>
                <a:cubicBezTo>
                  <a:pt x="483" y="1505"/>
                  <a:pt x="464" y="1495"/>
                  <a:pt x="449" y="1486"/>
                </a:cubicBezTo>
                <a:cubicBezTo>
                  <a:pt x="420" y="1470"/>
                  <a:pt x="398" y="1461"/>
                  <a:pt x="354" y="1467"/>
                </a:cubicBezTo>
                <a:cubicBezTo>
                  <a:pt x="348" y="1426"/>
                  <a:pt x="332" y="1407"/>
                  <a:pt x="310" y="1385"/>
                </a:cubicBezTo>
                <a:cubicBezTo>
                  <a:pt x="297" y="1372"/>
                  <a:pt x="281" y="1356"/>
                  <a:pt x="269" y="1328"/>
                </a:cubicBezTo>
                <a:cubicBezTo>
                  <a:pt x="227" y="1252"/>
                  <a:pt x="281" y="1189"/>
                  <a:pt x="284" y="1186"/>
                </a:cubicBezTo>
                <a:cubicBezTo>
                  <a:pt x="291" y="1176"/>
                  <a:pt x="294" y="1167"/>
                  <a:pt x="291" y="1157"/>
                </a:cubicBezTo>
                <a:cubicBezTo>
                  <a:pt x="272" y="1087"/>
                  <a:pt x="306" y="1053"/>
                  <a:pt x="332" y="1037"/>
                </a:cubicBezTo>
                <a:cubicBezTo>
                  <a:pt x="404" y="1217"/>
                  <a:pt x="572" y="1344"/>
                  <a:pt x="771" y="1356"/>
                </a:cubicBezTo>
                <a:cubicBezTo>
                  <a:pt x="765" y="1385"/>
                  <a:pt x="742" y="1429"/>
                  <a:pt x="673" y="1432"/>
                </a:cubicBezTo>
                <a:close/>
                <a:moveTo>
                  <a:pt x="806" y="1299"/>
                </a:moveTo>
                <a:cubicBezTo>
                  <a:pt x="556" y="1299"/>
                  <a:pt x="354" y="1097"/>
                  <a:pt x="354" y="847"/>
                </a:cubicBezTo>
                <a:cubicBezTo>
                  <a:pt x="354" y="598"/>
                  <a:pt x="556" y="395"/>
                  <a:pt x="806" y="395"/>
                </a:cubicBezTo>
                <a:cubicBezTo>
                  <a:pt x="1055" y="395"/>
                  <a:pt x="1257" y="598"/>
                  <a:pt x="1257" y="847"/>
                </a:cubicBezTo>
                <a:cubicBezTo>
                  <a:pt x="1257" y="1097"/>
                  <a:pt x="1055" y="1299"/>
                  <a:pt x="806" y="1299"/>
                </a:cubicBezTo>
                <a:close/>
                <a:moveTo>
                  <a:pt x="1346" y="1328"/>
                </a:moveTo>
                <a:cubicBezTo>
                  <a:pt x="1330" y="1356"/>
                  <a:pt x="1317" y="1369"/>
                  <a:pt x="1305" y="1381"/>
                </a:cubicBezTo>
                <a:cubicBezTo>
                  <a:pt x="1283" y="1404"/>
                  <a:pt x="1267" y="1423"/>
                  <a:pt x="1257" y="1467"/>
                </a:cubicBezTo>
                <a:cubicBezTo>
                  <a:pt x="1216" y="1461"/>
                  <a:pt x="1191" y="1470"/>
                  <a:pt x="1166" y="1486"/>
                </a:cubicBezTo>
                <a:cubicBezTo>
                  <a:pt x="1147" y="1492"/>
                  <a:pt x="1131" y="1502"/>
                  <a:pt x="1096" y="1508"/>
                </a:cubicBezTo>
                <a:cubicBezTo>
                  <a:pt x="1014" y="1521"/>
                  <a:pt x="970" y="1448"/>
                  <a:pt x="967" y="1448"/>
                </a:cubicBezTo>
                <a:cubicBezTo>
                  <a:pt x="964" y="1438"/>
                  <a:pt x="954" y="1432"/>
                  <a:pt x="942" y="1432"/>
                </a:cubicBezTo>
                <a:cubicBezTo>
                  <a:pt x="872" y="1429"/>
                  <a:pt x="850" y="1385"/>
                  <a:pt x="844" y="1356"/>
                </a:cubicBezTo>
                <a:cubicBezTo>
                  <a:pt x="1043" y="1344"/>
                  <a:pt x="1210" y="1214"/>
                  <a:pt x="1280" y="1034"/>
                </a:cubicBezTo>
                <a:cubicBezTo>
                  <a:pt x="1302" y="1050"/>
                  <a:pt x="1343" y="1084"/>
                  <a:pt x="1321" y="1154"/>
                </a:cubicBezTo>
                <a:cubicBezTo>
                  <a:pt x="1317" y="1167"/>
                  <a:pt x="1321" y="1176"/>
                  <a:pt x="1330" y="1186"/>
                </a:cubicBezTo>
                <a:cubicBezTo>
                  <a:pt x="1330" y="1186"/>
                  <a:pt x="1384" y="1252"/>
                  <a:pt x="1346" y="1328"/>
                </a:cubicBezTo>
                <a:close/>
                <a:moveTo>
                  <a:pt x="1523" y="705"/>
                </a:moveTo>
                <a:cubicBezTo>
                  <a:pt x="1529" y="721"/>
                  <a:pt x="1532" y="740"/>
                  <a:pt x="1526" y="774"/>
                </a:cubicBezTo>
                <a:cubicBezTo>
                  <a:pt x="1513" y="857"/>
                  <a:pt x="1431" y="879"/>
                  <a:pt x="1428" y="879"/>
                </a:cubicBezTo>
                <a:cubicBezTo>
                  <a:pt x="1419" y="882"/>
                  <a:pt x="1409" y="888"/>
                  <a:pt x="1406" y="898"/>
                </a:cubicBezTo>
                <a:cubicBezTo>
                  <a:pt x="1381" y="967"/>
                  <a:pt x="1327" y="974"/>
                  <a:pt x="1299" y="971"/>
                </a:cubicBezTo>
                <a:cubicBezTo>
                  <a:pt x="1308" y="933"/>
                  <a:pt x="1314" y="891"/>
                  <a:pt x="1314" y="847"/>
                </a:cubicBezTo>
                <a:cubicBezTo>
                  <a:pt x="1314" y="692"/>
                  <a:pt x="1242" y="550"/>
                  <a:pt x="1131" y="455"/>
                </a:cubicBezTo>
                <a:cubicBezTo>
                  <a:pt x="1150" y="439"/>
                  <a:pt x="1197" y="411"/>
                  <a:pt x="1261" y="452"/>
                </a:cubicBezTo>
                <a:cubicBezTo>
                  <a:pt x="1270" y="458"/>
                  <a:pt x="1280" y="458"/>
                  <a:pt x="1289" y="455"/>
                </a:cubicBezTo>
                <a:cubicBezTo>
                  <a:pt x="1292" y="452"/>
                  <a:pt x="1371" y="420"/>
                  <a:pt x="1431" y="481"/>
                </a:cubicBezTo>
                <a:cubicBezTo>
                  <a:pt x="1453" y="506"/>
                  <a:pt x="1463" y="522"/>
                  <a:pt x="1472" y="541"/>
                </a:cubicBezTo>
                <a:cubicBezTo>
                  <a:pt x="1485" y="566"/>
                  <a:pt x="1498" y="588"/>
                  <a:pt x="1535" y="610"/>
                </a:cubicBezTo>
                <a:cubicBezTo>
                  <a:pt x="1517" y="648"/>
                  <a:pt x="1520" y="673"/>
                  <a:pt x="1523" y="705"/>
                </a:cubicBezTo>
                <a:close/>
                <a:moveTo>
                  <a:pt x="986" y="1201"/>
                </a:moveTo>
                <a:lnTo>
                  <a:pt x="629" y="1201"/>
                </a:lnTo>
                <a:cubicBezTo>
                  <a:pt x="619" y="1201"/>
                  <a:pt x="616" y="1208"/>
                  <a:pt x="616" y="1214"/>
                </a:cubicBezTo>
                <a:lnTo>
                  <a:pt x="616" y="1227"/>
                </a:lnTo>
                <a:cubicBezTo>
                  <a:pt x="616" y="1233"/>
                  <a:pt x="619" y="1239"/>
                  <a:pt x="629" y="1239"/>
                </a:cubicBezTo>
                <a:lnTo>
                  <a:pt x="986" y="1239"/>
                </a:lnTo>
                <a:cubicBezTo>
                  <a:pt x="992" y="1239"/>
                  <a:pt x="998" y="1233"/>
                  <a:pt x="998" y="1227"/>
                </a:cubicBezTo>
                <a:lnTo>
                  <a:pt x="998" y="1214"/>
                </a:lnTo>
                <a:cubicBezTo>
                  <a:pt x="998" y="1208"/>
                  <a:pt x="992" y="1201"/>
                  <a:pt x="986" y="1201"/>
                </a:cubicBezTo>
                <a:close/>
                <a:moveTo>
                  <a:pt x="660" y="1097"/>
                </a:moveTo>
                <a:lnTo>
                  <a:pt x="951" y="1097"/>
                </a:lnTo>
                <a:cubicBezTo>
                  <a:pt x="957" y="1097"/>
                  <a:pt x="964" y="1091"/>
                  <a:pt x="964" y="1084"/>
                </a:cubicBezTo>
                <a:lnTo>
                  <a:pt x="964" y="1072"/>
                </a:lnTo>
                <a:cubicBezTo>
                  <a:pt x="964" y="1062"/>
                  <a:pt x="957" y="1059"/>
                  <a:pt x="951" y="1059"/>
                </a:cubicBezTo>
                <a:lnTo>
                  <a:pt x="660" y="1059"/>
                </a:lnTo>
                <a:cubicBezTo>
                  <a:pt x="654" y="1059"/>
                  <a:pt x="651" y="1062"/>
                  <a:pt x="651" y="1072"/>
                </a:cubicBezTo>
                <a:lnTo>
                  <a:pt x="651" y="1084"/>
                </a:lnTo>
                <a:cubicBezTo>
                  <a:pt x="651" y="1091"/>
                  <a:pt x="654" y="1097"/>
                  <a:pt x="660" y="1097"/>
                </a:cubicBezTo>
                <a:close/>
                <a:moveTo>
                  <a:pt x="667" y="582"/>
                </a:moveTo>
                <a:lnTo>
                  <a:pt x="705" y="569"/>
                </a:lnTo>
                <a:lnTo>
                  <a:pt x="739" y="594"/>
                </a:lnTo>
                <a:lnTo>
                  <a:pt x="736" y="553"/>
                </a:lnTo>
                <a:lnTo>
                  <a:pt x="771" y="528"/>
                </a:lnTo>
                <a:lnTo>
                  <a:pt x="730" y="515"/>
                </a:lnTo>
                <a:lnTo>
                  <a:pt x="717" y="477"/>
                </a:lnTo>
                <a:lnTo>
                  <a:pt x="695" y="512"/>
                </a:lnTo>
                <a:lnTo>
                  <a:pt x="654" y="512"/>
                </a:lnTo>
                <a:lnTo>
                  <a:pt x="679" y="544"/>
                </a:lnTo>
                <a:lnTo>
                  <a:pt x="667" y="582"/>
                </a:lnTo>
                <a:close/>
                <a:moveTo>
                  <a:pt x="566" y="632"/>
                </a:moveTo>
                <a:lnTo>
                  <a:pt x="553" y="591"/>
                </a:lnTo>
                <a:lnTo>
                  <a:pt x="531" y="626"/>
                </a:lnTo>
                <a:lnTo>
                  <a:pt x="490" y="626"/>
                </a:lnTo>
                <a:lnTo>
                  <a:pt x="515" y="661"/>
                </a:lnTo>
                <a:lnTo>
                  <a:pt x="502" y="699"/>
                </a:lnTo>
                <a:lnTo>
                  <a:pt x="540" y="686"/>
                </a:lnTo>
                <a:lnTo>
                  <a:pt x="572" y="708"/>
                </a:lnTo>
                <a:lnTo>
                  <a:pt x="572" y="667"/>
                </a:lnTo>
                <a:lnTo>
                  <a:pt x="607" y="645"/>
                </a:lnTo>
                <a:lnTo>
                  <a:pt x="566" y="632"/>
                </a:lnTo>
                <a:close/>
                <a:moveTo>
                  <a:pt x="506" y="812"/>
                </a:moveTo>
                <a:lnTo>
                  <a:pt x="493" y="774"/>
                </a:lnTo>
                <a:lnTo>
                  <a:pt x="468" y="806"/>
                </a:lnTo>
                <a:lnTo>
                  <a:pt x="427" y="806"/>
                </a:lnTo>
                <a:lnTo>
                  <a:pt x="452" y="841"/>
                </a:lnTo>
                <a:lnTo>
                  <a:pt x="439" y="879"/>
                </a:lnTo>
                <a:lnTo>
                  <a:pt x="477" y="866"/>
                </a:lnTo>
                <a:lnTo>
                  <a:pt x="512" y="891"/>
                </a:lnTo>
                <a:lnTo>
                  <a:pt x="512" y="850"/>
                </a:lnTo>
                <a:lnTo>
                  <a:pt x="543" y="825"/>
                </a:lnTo>
                <a:lnTo>
                  <a:pt x="506" y="812"/>
                </a:lnTo>
                <a:lnTo>
                  <a:pt x="506" y="8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Freeform 42">
            <a:extLst>
              <a:ext uri="{FF2B5EF4-FFF2-40B4-BE49-F238E27FC236}">
                <a16:creationId xmlns:a16="http://schemas.microsoft.com/office/drawing/2014/main" id="{EBFA3B00-95C0-4BE2-BE6A-9F8FD6AE1F1E}"/>
              </a:ext>
            </a:extLst>
          </p:cNvPr>
          <p:cNvSpPr>
            <a:spLocks noEditPoints="1"/>
          </p:cNvSpPr>
          <p:nvPr/>
        </p:nvSpPr>
        <p:spPr bwMode="auto">
          <a:xfrm>
            <a:off x="5428238" y="1525698"/>
            <a:ext cx="1335524" cy="424355"/>
          </a:xfrm>
          <a:custGeom>
            <a:avLst/>
            <a:gdLst>
              <a:gd name="T0" fmla="*/ 392 w 3918"/>
              <a:gd name="T1" fmla="*/ 22 h 1245"/>
              <a:gd name="T2" fmla="*/ 0 w 3918"/>
              <a:gd name="T3" fmla="*/ 22 h 1245"/>
              <a:gd name="T4" fmla="*/ 79 w 3918"/>
              <a:gd name="T5" fmla="*/ 158 h 1245"/>
              <a:gd name="T6" fmla="*/ 79 w 3918"/>
              <a:gd name="T7" fmla="*/ 1220 h 1245"/>
              <a:gd name="T8" fmla="*/ 392 w 3918"/>
              <a:gd name="T9" fmla="*/ 1220 h 1245"/>
              <a:gd name="T10" fmla="*/ 392 w 3918"/>
              <a:gd name="T11" fmla="*/ 22 h 1245"/>
              <a:gd name="T12" fmla="*/ 404 w 3918"/>
              <a:gd name="T13" fmla="*/ 515 h 1245"/>
              <a:gd name="T14" fmla="*/ 938 w 3918"/>
              <a:gd name="T15" fmla="*/ 1230 h 1245"/>
              <a:gd name="T16" fmla="*/ 1305 w 3918"/>
              <a:gd name="T17" fmla="*/ 1230 h 1245"/>
              <a:gd name="T18" fmla="*/ 742 w 3918"/>
              <a:gd name="T19" fmla="*/ 515 h 1245"/>
              <a:gd name="T20" fmla="*/ 1279 w 3918"/>
              <a:gd name="T21" fmla="*/ 19 h 1245"/>
              <a:gd name="T22" fmla="*/ 964 w 3918"/>
              <a:gd name="T23" fmla="*/ 19 h 1245"/>
              <a:gd name="T24" fmla="*/ 407 w 3918"/>
              <a:gd name="T25" fmla="*/ 512 h 1245"/>
              <a:gd name="T26" fmla="*/ 404 w 3918"/>
              <a:gd name="T27" fmla="*/ 515 h 1245"/>
              <a:gd name="T28" fmla="*/ 3918 w 3918"/>
              <a:gd name="T29" fmla="*/ 1223 h 1245"/>
              <a:gd name="T30" fmla="*/ 3918 w 3918"/>
              <a:gd name="T31" fmla="*/ 19 h 1245"/>
              <a:gd name="T32" fmla="*/ 3605 w 3918"/>
              <a:gd name="T33" fmla="*/ 19 h 1245"/>
              <a:gd name="T34" fmla="*/ 3605 w 3918"/>
              <a:gd name="T35" fmla="*/ 1027 h 1245"/>
              <a:gd name="T36" fmla="*/ 3238 w 3918"/>
              <a:gd name="T37" fmla="*/ 1027 h 1245"/>
              <a:gd name="T38" fmla="*/ 3134 w 3918"/>
              <a:gd name="T39" fmla="*/ 901 h 1245"/>
              <a:gd name="T40" fmla="*/ 3134 w 3918"/>
              <a:gd name="T41" fmla="*/ 22 h 1245"/>
              <a:gd name="T42" fmla="*/ 2745 w 3918"/>
              <a:gd name="T43" fmla="*/ 22 h 1245"/>
              <a:gd name="T44" fmla="*/ 2828 w 3918"/>
              <a:gd name="T45" fmla="*/ 155 h 1245"/>
              <a:gd name="T46" fmla="*/ 2828 w 3918"/>
              <a:gd name="T47" fmla="*/ 853 h 1245"/>
              <a:gd name="T48" fmla="*/ 3156 w 3918"/>
              <a:gd name="T49" fmla="*/ 1223 h 1245"/>
              <a:gd name="T50" fmla="*/ 3918 w 3918"/>
              <a:gd name="T51" fmla="*/ 1223 h 1245"/>
              <a:gd name="T52" fmla="*/ 2221 w 3918"/>
              <a:gd name="T53" fmla="*/ 1223 h 1245"/>
              <a:gd name="T54" fmla="*/ 2537 w 3918"/>
              <a:gd name="T55" fmla="*/ 1223 h 1245"/>
              <a:gd name="T56" fmla="*/ 2537 w 3918"/>
              <a:gd name="T57" fmla="*/ 389 h 1245"/>
              <a:gd name="T58" fmla="*/ 2205 w 3918"/>
              <a:gd name="T59" fmla="*/ 19 h 1245"/>
              <a:gd name="T60" fmla="*/ 1362 w 3918"/>
              <a:gd name="T61" fmla="*/ 19 h 1245"/>
              <a:gd name="T62" fmla="*/ 1437 w 3918"/>
              <a:gd name="T63" fmla="*/ 152 h 1245"/>
              <a:gd name="T64" fmla="*/ 1437 w 3918"/>
              <a:gd name="T65" fmla="*/ 1223 h 1245"/>
              <a:gd name="T66" fmla="*/ 1750 w 3918"/>
              <a:gd name="T67" fmla="*/ 1223 h 1245"/>
              <a:gd name="T68" fmla="*/ 1750 w 3918"/>
              <a:gd name="T69" fmla="*/ 215 h 1245"/>
              <a:gd name="T70" fmla="*/ 2117 w 3918"/>
              <a:gd name="T71" fmla="*/ 215 h 1245"/>
              <a:gd name="T72" fmla="*/ 2221 w 3918"/>
              <a:gd name="T73" fmla="*/ 341 h 1245"/>
              <a:gd name="T74" fmla="*/ 2221 w 3918"/>
              <a:gd name="T75" fmla="*/ 1223 h 1245"/>
              <a:gd name="T76" fmla="*/ 2221 w 3918"/>
              <a:gd name="T77" fmla="*/ 1223 h 1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918" h="1245">
                <a:moveTo>
                  <a:pt x="392" y="22"/>
                </a:moveTo>
                <a:lnTo>
                  <a:pt x="0" y="22"/>
                </a:lnTo>
                <a:cubicBezTo>
                  <a:pt x="0" y="22"/>
                  <a:pt x="79" y="38"/>
                  <a:pt x="79" y="158"/>
                </a:cubicBezTo>
                <a:lnTo>
                  <a:pt x="79" y="1220"/>
                </a:lnTo>
                <a:lnTo>
                  <a:pt x="392" y="1220"/>
                </a:lnTo>
                <a:lnTo>
                  <a:pt x="392" y="22"/>
                </a:lnTo>
                <a:close/>
                <a:moveTo>
                  <a:pt x="404" y="515"/>
                </a:moveTo>
                <a:lnTo>
                  <a:pt x="938" y="1230"/>
                </a:lnTo>
                <a:lnTo>
                  <a:pt x="1305" y="1230"/>
                </a:lnTo>
                <a:lnTo>
                  <a:pt x="742" y="515"/>
                </a:lnTo>
                <a:lnTo>
                  <a:pt x="1279" y="19"/>
                </a:lnTo>
                <a:lnTo>
                  <a:pt x="964" y="19"/>
                </a:lnTo>
                <a:lnTo>
                  <a:pt x="407" y="512"/>
                </a:lnTo>
                <a:lnTo>
                  <a:pt x="404" y="515"/>
                </a:lnTo>
                <a:close/>
                <a:moveTo>
                  <a:pt x="3918" y="1223"/>
                </a:moveTo>
                <a:lnTo>
                  <a:pt x="3918" y="19"/>
                </a:lnTo>
                <a:lnTo>
                  <a:pt x="3605" y="19"/>
                </a:lnTo>
                <a:lnTo>
                  <a:pt x="3605" y="1027"/>
                </a:lnTo>
                <a:lnTo>
                  <a:pt x="3238" y="1027"/>
                </a:lnTo>
                <a:cubicBezTo>
                  <a:pt x="3204" y="1027"/>
                  <a:pt x="3134" y="999"/>
                  <a:pt x="3134" y="901"/>
                </a:cubicBezTo>
                <a:lnTo>
                  <a:pt x="3134" y="22"/>
                </a:lnTo>
                <a:lnTo>
                  <a:pt x="2745" y="22"/>
                </a:lnTo>
                <a:cubicBezTo>
                  <a:pt x="2745" y="22"/>
                  <a:pt x="2828" y="38"/>
                  <a:pt x="2828" y="155"/>
                </a:cubicBezTo>
                <a:lnTo>
                  <a:pt x="2828" y="853"/>
                </a:lnTo>
                <a:cubicBezTo>
                  <a:pt x="2828" y="1245"/>
                  <a:pt x="3156" y="1223"/>
                  <a:pt x="3156" y="1223"/>
                </a:cubicBezTo>
                <a:lnTo>
                  <a:pt x="3918" y="1223"/>
                </a:lnTo>
                <a:close/>
                <a:moveTo>
                  <a:pt x="2221" y="1223"/>
                </a:moveTo>
                <a:lnTo>
                  <a:pt x="2537" y="1223"/>
                </a:lnTo>
                <a:lnTo>
                  <a:pt x="2537" y="389"/>
                </a:lnTo>
                <a:cubicBezTo>
                  <a:pt x="2537" y="0"/>
                  <a:pt x="2237" y="19"/>
                  <a:pt x="2205" y="19"/>
                </a:cubicBezTo>
                <a:lnTo>
                  <a:pt x="1362" y="19"/>
                </a:lnTo>
                <a:cubicBezTo>
                  <a:pt x="1362" y="19"/>
                  <a:pt x="1437" y="47"/>
                  <a:pt x="1437" y="152"/>
                </a:cubicBezTo>
                <a:lnTo>
                  <a:pt x="1437" y="1223"/>
                </a:lnTo>
                <a:lnTo>
                  <a:pt x="1750" y="1223"/>
                </a:lnTo>
                <a:lnTo>
                  <a:pt x="1750" y="215"/>
                </a:lnTo>
                <a:lnTo>
                  <a:pt x="2117" y="215"/>
                </a:lnTo>
                <a:cubicBezTo>
                  <a:pt x="2152" y="215"/>
                  <a:pt x="2221" y="243"/>
                  <a:pt x="2221" y="341"/>
                </a:cubicBezTo>
                <a:lnTo>
                  <a:pt x="2221" y="1223"/>
                </a:lnTo>
                <a:lnTo>
                  <a:pt x="2221" y="1223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7CAB64-D8DD-4114-9636-E08294FEC852}"/>
              </a:ext>
            </a:extLst>
          </p:cNvPr>
          <p:cNvSpPr txBox="1"/>
          <p:nvPr/>
        </p:nvSpPr>
        <p:spPr>
          <a:xfrm>
            <a:off x="996950" y="3006645"/>
            <a:ext cx="101980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" altLang="ko-KR" sz="4800" b="1" dirty="0">
                <a:solidFill>
                  <a:srgbClr val="CA1F24"/>
                </a:solidFill>
                <a:latin typeface="Arial Black" panose="020B0A04020102020204" pitchFamily="34" charset="0"/>
                <a:ea typeface="나눔스퀘어 ExtraBold" panose="020B0600000101010101" pitchFamily="50" charset="-127"/>
                <a:cs typeface="Arial" panose="020B0604020202020204" pitchFamily="34" charset="0"/>
              </a:rPr>
              <a:t>VC </a:t>
            </a:r>
            <a:r>
              <a:rPr lang="ko-KR" altLang="en-US" sz="4800" b="1" dirty="0">
                <a:solidFill>
                  <a:srgbClr val="CA1F24"/>
                </a:solidFill>
                <a:latin typeface="Arial Black" panose="020B0A04020102020204" pitchFamily="34" charset="0"/>
                <a:ea typeface="나눔스퀘어 ExtraBold" panose="020B0600000101010101" pitchFamily="50" charset="-127"/>
                <a:cs typeface="Arial" panose="020B0604020202020204" pitchFamily="34" charset="0"/>
              </a:rPr>
              <a:t>기반 </a:t>
            </a:r>
            <a:endParaRPr lang="en-US" altLang="ko-KR" sz="4800" b="1" dirty="0">
              <a:solidFill>
                <a:srgbClr val="CA1F24"/>
              </a:solidFill>
              <a:latin typeface="Arial Black" panose="020B0A04020102020204" pitchFamily="34" charset="0"/>
              <a:ea typeface="나눔스퀘어 ExtraBold" panose="020B0600000101010101" pitchFamily="50" charset="-127"/>
              <a:cs typeface="Arial" panose="020B0604020202020204" pitchFamily="34" charset="0"/>
            </a:endParaRPr>
          </a:p>
          <a:p>
            <a:pPr lvl="0" algn="ctr">
              <a:defRPr/>
            </a:pPr>
            <a:r>
              <a:rPr lang="en" altLang="ko-KR" sz="4800" b="1" dirty="0">
                <a:solidFill>
                  <a:srgbClr val="CA1F24"/>
                </a:solidFill>
                <a:latin typeface="Arial Black" panose="020B0A04020102020204" pitchFamily="34" charset="0"/>
                <a:ea typeface="나눔스퀘어 ExtraBold" panose="020B0600000101010101" pitchFamily="50" charset="-127"/>
                <a:cs typeface="Arial" panose="020B0604020202020204" pitchFamily="34" charset="0"/>
              </a:rPr>
              <a:t>AI </a:t>
            </a:r>
            <a:r>
              <a:rPr lang="ko-KR" altLang="en-US" sz="4800" b="1" dirty="0">
                <a:solidFill>
                  <a:srgbClr val="CA1F24"/>
                </a:solidFill>
                <a:latin typeface="Arial Black" panose="020B0A04020102020204" pitchFamily="34" charset="0"/>
                <a:ea typeface="나눔스퀘어 ExtraBold" panose="020B0600000101010101" pitchFamily="50" charset="-127"/>
                <a:cs typeface="Arial" panose="020B0604020202020204" pitchFamily="34" charset="0"/>
              </a:rPr>
              <a:t>커리어 에이전트 지갑 개발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CA1F24"/>
              </a:solidFill>
              <a:effectLst/>
              <a:uLnTx/>
              <a:uFillTx/>
              <a:latin typeface="Arial Black" panose="020B0A04020102020204" pitchFamily="34" charset="0"/>
              <a:ea typeface="나눔스퀘어 Extra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15CCB6-6D9A-4414-AC1F-3C26B480A3CA}"/>
              </a:ext>
            </a:extLst>
          </p:cNvPr>
          <p:cNvSpPr txBox="1"/>
          <p:nvPr/>
        </p:nvSpPr>
        <p:spPr>
          <a:xfrm>
            <a:off x="8229600" y="5933897"/>
            <a:ext cx="3228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나눔스퀘어" panose="020B0600000101010101" pitchFamily="50" charset="-127"/>
                <a:cs typeface="Arial" panose="020B0604020202020204" pitchFamily="34" charset="0"/>
              </a:rPr>
              <a:t>홍지환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나눔스퀘어" panose="020B0600000101010101" pitchFamily="50" charset="-127"/>
                <a:cs typeface="Arial" panose="020B0604020202020204" pitchFamily="34" charset="0"/>
              </a:rPr>
              <a:t>백종은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나눔스퀘어" panose="020B0600000101010101" pitchFamily="50" charset="-127"/>
                <a:cs typeface="Arial" panose="020B0604020202020204" pitchFamily="34" charset="0"/>
              </a:rPr>
              <a:t> 이동현 이현우</a:t>
            </a:r>
          </a:p>
        </p:txBody>
      </p:sp>
    </p:spTree>
    <p:extLst>
      <p:ext uri="{BB962C8B-B14F-4D97-AF65-F5344CB8AC3E}">
        <p14:creationId xmlns:p14="http://schemas.microsoft.com/office/powerpoint/2010/main" val="1623045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5732046C-B59C-4157-AAE2-7939940F709C}"/>
              </a:ext>
            </a:extLst>
          </p:cNvPr>
          <p:cNvGrpSpPr/>
          <p:nvPr/>
        </p:nvGrpSpPr>
        <p:grpSpPr>
          <a:xfrm>
            <a:off x="6297613" y="1580064"/>
            <a:ext cx="5454650" cy="495300"/>
            <a:chOff x="5899150" y="1894319"/>
            <a:chExt cx="5454650" cy="49530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561419A0-79A1-4A5C-8957-C6C14E0024DE}"/>
                </a:ext>
              </a:extLst>
            </p:cNvPr>
            <p:cNvSpPr/>
            <p:nvPr/>
          </p:nvSpPr>
          <p:spPr>
            <a:xfrm>
              <a:off x="5899150" y="1894319"/>
              <a:ext cx="4914900" cy="4953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A2127"/>
                </a:gs>
                <a:gs pos="100000">
                  <a:srgbClr val="A3191C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F0EB26-48F3-4429-95B2-A3F2C051D4B0}"/>
                </a:ext>
              </a:extLst>
            </p:cNvPr>
            <p:cNvSpPr txBox="1"/>
            <p:nvPr/>
          </p:nvSpPr>
          <p:spPr>
            <a:xfrm>
              <a:off x="6553200" y="1941914"/>
              <a:ext cx="4800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목적 및 필요성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80172EC-A694-4FE0-8768-07E6D5886FBD}"/>
                </a:ext>
              </a:extLst>
            </p:cNvPr>
            <p:cNvSpPr txBox="1"/>
            <p:nvPr/>
          </p:nvSpPr>
          <p:spPr>
            <a:xfrm>
              <a:off x="6096000" y="1941914"/>
              <a:ext cx="2463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01</a:t>
              </a:r>
              <a:endParaRPr lang="ko-KR" altLang="en-US" sz="2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03F35EC-0E85-48CA-984F-B1E5B98B5A0A}"/>
              </a:ext>
            </a:extLst>
          </p:cNvPr>
          <p:cNvGrpSpPr/>
          <p:nvPr/>
        </p:nvGrpSpPr>
        <p:grpSpPr>
          <a:xfrm>
            <a:off x="6297613" y="2380707"/>
            <a:ext cx="5454650" cy="495300"/>
            <a:chOff x="5899150" y="1894319"/>
            <a:chExt cx="5454650" cy="495300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F37C9A2C-88D8-45AC-B6BF-624085A6BA20}"/>
                </a:ext>
              </a:extLst>
            </p:cNvPr>
            <p:cNvSpPr/>
            <p:nvPr/>
          </p:nvSpPr>
          <p:spPr>
            <a:xfrm>
              <a:off x="5899150" y="1894319"/>
              <a:ext cx="4914900" cy="4953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A2127"/>
                </a:gs>
                <a:gs pos="100000">
                  <a:srgbClr val="A3191C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5685E9D-E3C7-457C-A68E-7646347AED83}"/>
                </a:ext>
              </a:extLst>
            </p:cNvPr>
            <p:cNvSpPr txBox="1"/>
            <p:nvPr/>
          </p:nvSpPr>
          <p:spPr>
            <a:xfrm>
              <a:off x="6553200" y="1941914"/>
              <a:ext cx="4800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내용 및 추진 방법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98CDB8D-A01C-47CC-A15E-B1F8298F0948}"/>
                </a:ext>
              </a:extLst>
            </p:cNvPr>
            <p:cNvSpPr txBox="1"/>
            <p:nvPr/>
          </p:nvSpPr>
          <p:spPr>
            <a:xfrm>
              <a:off x="6096000" y="1941914"/>
              <a:ext cx="2463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02</a:t>
              </a:r>
              <a:endParaRPr lang="ko-KR" altLang="en-US" sz="2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952BA04-A58E-4297-B03C-C6EAB014BA1B}"/>
              </a:ext>
            </a:extLst>
          </p:cNvPr>
          <p:cNvGrpSpPr/>
          <p:nvPr/>
        </p:nvGrpSpPr>
        <p:grpSpPr>
          <a:xfrm>
            <a:off x="6297613" y="3181350"/>
            <a:ext cx="5454650" cy="495300"/>
            <a:chOff x="5899150" y="1894319"/>
            <a:chExt cx="5454650" cy="495300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6567865F-DF2C-447E-B74F-5437CBB1C26B}"/>
                </a:ext>
              </a:extLst>
            </p:cNvPr>
            <p:cNvSpPr/>
            <p:nvPr/>
          </p:nvSpPr>
          <p:spPr>
            <a:xfrm>
              <a:off x="5899150" y="1894319"/>
              <a:ext cx="4914900" cy="4953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A2127"/>
                </a:gs>
                <a:gs pos="100000">
                  <a:srgbClr val="A3191C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62EBAA4-E00F-49F7-8A0B-A9E89E4C1891}"/>
                </a:ext>
              </a:extLst>
            </p:cNvPr>
            <p:cNvSpPr txBox="1"/>
            <p:nvPr/>
          </p:nvSpPr>
          <p:spPr>
            <a:xfrm>
              <a:off x="6553200" y="1941914"/>
              <a:ext cx="4800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추진 일정 및 회의 방법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654A659-5E75-41C9-8C85-AB3F9683920B}"/>
                </a:ext>
              </a:extLst>
            </p:cNvPr>
            <p:cNvSpPr txBox="1"/>
            <p:nvPr/>
          </p:nvSpPr>
          <p:spPr>
            <a:xfrm>
              <a:off x="6096000" y="1941914"/>
              <a:ext cx="2463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03</a:t>
              </a:r>
              <a:endParaRPr lang="ko-KR" altLang="en-US" sz="2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827E7EA4-FFEC-4CCD-84D9-956C60DB656F}"/>
              </a:ext>
            </a:extLst>
          </p:cNvPr>
          <p:cNvGrpSpPr/>
          <p:nvPr/>
        </p:nvGrpSpPr>
        <p:grpSpPr>
          <a:xfrm>
            <a:off x="6297613" y="3981993"/>
            <a:ext cx="5454650" cy="495300"/>
            <a:chOff x="5899150" y="1894319"/>
            <a:chExt cx="5454650" cy="4953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32556328-D447-4835-AB73-9315FEB776C8}"/>
                </a:ext>
              </a:extLst>
            </p:cNvPr>
            <p:cNvSpPr/>
            <p:nvPr/>
          </p:nvSpPr>
          <p:spPr>
            <a:xfrm>
              <a:off x="5899150" y="1894319"/>
              <a:ext cx="4914900" cy="4953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A2127"/>
                </a:gs>
                <a:gs pos="100000">
                  <a:srgbClr val="A3191C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4827241-3C6B-4B5A-A3FB-87C6CA5FE53E}"/>
                </a:ext>
              </a:extLst>
            </p:cNvPr>
            <p:cNvSpPr txBox="1"/>
            <p:nvPr/>
          </p:nvSpPr>
          <p:spPr>
            <a:xfrm>
              <a:off x="6553200" y="1941914"/>
              <a:ext cx="4800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기대 효과 및 활용 방안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A556426-76DE-4B50-B202-AF1BB94B797A}"/>
                </a:ext>
              </a:extLst>
            </p:cNvPr>
            <p:cNvSpPr txBox="1"/>
            <p:nvPr/>
          </p:nvSpPr>
          <p:spPr>
            <a:xfrm>
              <a:off x="6096000" y="1941914"/>
              <a:ext cx="2463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04</a:t>
              </a:r>
              <a:endParaRPr lang="ko-KR" altLang="en-US" sz="2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AC62EF87-8E5C-4E0B-B547-C26E33EFB1F8}"/>
              </a:ext>
            </a:extLst>
          </p:cNvPr>
          <p:cNvGrpSpPr/>
          <p:nvPr/>
        </p:nvGrpSpPr>
        <p:grpSpPr>
          <a:xfrm>
            <a:off x="6297613" y="4782637"/>
            <a:ext cx="5454650" cy="495300"/>
            <a:chOff x="5899150" y="1894319"/>
            <a:chExt cx="5454650" cy="4953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E181C9EE-ADBB-466A-A7F7-AB6B490CE189}"/>
                </a:ext>
              </a:extLst>
            </p:cNvPr>
            <p:cNvSpPr/>
            <p:nvPr/>
          </p:nvSpPr>
          <p:spPr>
            <a:xfrm>
              <a:off x="5899150" y="1894319"/>
              <a:ext cx="4914900" cy="4953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A2127"/>
                </a:gs>
                <a:gs pos="100000">
                  <a:srgbClr val="A3191C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373271D-10E0-4DC5-9F71-7F991EE248BB}"/>
                </a:ext>
              </a:extLst>
            </p:cNvPr>
            <p:cNvSpPr txBox="1"/>
            <p:nvPr/>
          </p:nvSpPr>
          <p:spPr>
            <a:xfrm>
              <a:off x="6553200" y="1941914"/>
              <a:ext cx="4800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팀원 간 역할 분배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BF6C67D-818A-4A34-BDD2-56DB512B2B63}"/>
                </a:ext>
              </a:extLst>
            </p:cNvPr>
            <p:cNvSpPr txBox="1"/>
            <p:nvPr/>
          </p:nvSpPr>
          <p:spPr>
            <a:xfrm>
              <a:off x="6096000" y="1941914"/>
              <a:ext cx="2463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05</a:t>
              </a:r>
              <a:endParaRPr lang="ko-KR" altLang="en-US" sz="2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sp>
        <p:nvSpPr>
          <p:cNvPr id="58" name="평행 사변형 57">
            <a:extLst>
              <a:ext uri="{FF2B5EF4-FFF2-40B4-BE49-F238E27FC236}">
                <a16:creationId xmlns:a16="http://schemas.microsoft.com/office/drawing/2014/main" id="{0CF9B364-4BCE-4ABF-8F3A-1829AF4134E8}"/>
              </a:ext>
            </a:extLst>
          </p:cNvPr>
          <p:cNvSpPr/>
          <p:nvPr/>
        </p:nvSpPr>
        <p:spPr>
          <a:xfrm>
            <a:off x="3251200" y="0"/>
            <a:ext cx="2647952" cy="6858000"/>
          </a:xfrm>
          <a:prstGeom prst="parallelogram">
            <a:avLst>
              <a:gd name="adj" fmla="val 66390"/>
            </a:avLst>
          </a:prstGeom>
          <a:gradFill flip="none" rotWithShape="1">
            <a:gsLst>
              <a:gs pos="0">
                <a:srgbClr val="CB1F24"/>
              </a:gs>
              <a:gs pos="100000">
                <a:srgbClr val="A3191C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4" name="자유형: 도형 53">
            <a:extLst>
              <a:ext uri="{FF2B5EF4-FFF2-40B4-BE49-F238E27FC236}">
                <a16:creationId xmlns:a16="http://schemas.microsoft.com/office/drawing/2014/main" id="{76D90E80-3C3F-4E25-955E-68FC0ADD8138}"/>
              </a:ext>
            </a:extLst>
          </p:cNvPr>
          <p:cNvSpPr/>
          <p:nvPr/>
        </p:nvSpPr>
        <p:spPr>
          <a:xfrm>
            <a:off x="-17462" y="0"/>
            <a:ext cx="5573712" cy="6858000"/>
          </a:xfrm>
          <a:custGeom>
            <a:avLst/>
            <a:gdLst>
              <a:gd name="connsiteX0" fmla="*/ 0 w 5337175"/>
              <a:gd name="connsiteY0" fmla="*/ 0 h 6858000"/>
              <a:gd name="connsiteX1" fmla="*/ 5337175 w 5337175"/>
              <a:gd name="connsiteY1" fmla="*/ 0 h 6858000"/>
              <a:gd name="connsiteX2" fmla="*/ 3622675 w 5337175"/>
              <a:gd name="connsiteY2" fmla="*/ 6858000 h 6858000"/>
              <a:gd name="connsiteX3" fmla="*/ 0 w 5337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7175" h="6858000">
                <a:moveTo>
                  <a:pt x="0" y="0"/>
                </a:moveTo>
                <a:lnTo>
                  <a:pt x="5337175" y="0"/>
                </a:lnTo>
                <a:lnTo>
                  <a:pt x="3622675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CB1F24"/>
              </a:gs>
              <a:gs pos="100000">
                <a:srgbClr val="A3191C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A17065-47D1-4599-B7F0-24E6F95346C6}"/>
              </a:ext>
            </a:extLst>
          </p:cNvPr>
          <p:cNvSpPr txBox="1"/>
          <p:nvPr/>
        </p:nvSpPr>
        <p:spPr>
          <a:xfrm>
            <a:off x="217805" y="3013502"/>
            <a:ext cx="42799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bg1"/>
                </a:solidFill>
                <a:latin typeface="Arial" panose="020B0604020202020204" pitchFamily="34" charset="0"/>
                <a:ea typeface="나눔스퀘어 ExtraBold" panose="020B0600000101010101" pitchFamily="50" charset="-127"/>
                <a:cs typeface="Arial" panose="020B0604020202020204" pitchFamily="34" charset="0"/>
              </a:rPr>
              <a:t>CONTENTS</a:t>
            </a:r>
            <a:endParaRPr lang="ko-KR" altLang="en-US" sz="4800" b="1" dirty="0">
              <a:solidFill>
                <a:schemeClr val="bg1"/>
              </a:solidFill>
              <a:latin typeface="Arial" panose="020B0604020202020204" pitchFamily="34" charset="0"/>
              <a:ea typeface="나눔스퀘어 ExtraBold" panose="020B0600000101010101" pitchFamily="50" charset="-127"/>
              <a:cs typeface="Arial" panose="020B0604020202020204" pitchFamily="34" charset="0"/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E56CC0D6-B0BC-460D-B090-32D35A4940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43" y="173734"/>
            <a:ext cx="725403" cy="2257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8797" y="141810"/>
            <a:ext cx="1295403" cy="289636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54C50059-8B20-8CC6-0463-D62B345E9C01}"/>
              </a:ext>
            </a:extLst>
          </p:cNvPr>
          <p:cNvGrpSpPr/>
          <p:nvPr/>
        </p:nvGrpSpPr>
        <p:grpSpPr>
          <a:xfrm>
            <a:off x="6297613" y="5525345"/>
            <a:ext cx="5454650" cy="495300"/>
            <a:chOff x="5899150" y="1894319"/>
            <a:chExt cx="5454650" cy="495300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128B5429-0B52-57A0-82F4-35825BCCB1DA}"/>
                </a:ext>
              </a:extLst>
            </p:cNvPr>
            <p:cNvSpPr/>
            <p:nvPr/>
          </p:nvSpPr>
          <p:spPr>
            <a:xfrm>
              <a:off x="5899150" y="1894319"/>
              <a:ext cx="4914900" cy="4953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A2127"/>
                </a:gs>
                <a:gs pos="100000">
                  <a:srgbClr val="A3191C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2B6C697-D567-B695-58F1-1CD55BCEFC27}"/>
                </a:ext>
              </a:extLst>
            </p:cNvPr>
            <p:cNvSpPr txBox="1"/>
            <p:nvPr/>
          </p:nvSpPr>
          <p:spPr>
            <a:xfrm>
              <a:off x="6553200" y="1941914"/>
              <a:ext cx="4800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마무리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9F55DD2-EDB4-5031-8181-A027896D9DB0}"/>
                </a:ext>
              </a:extLst>
            </p:cNvPr>
            <p:cNvSpPr txBox="1"/>
            <p:nvPr/>
          </p:nvSpPr>
          <p:spPr>
            <a:xfrm>
              <a:off x="6096000" y="1941914"/>
              <a:ext cx="2463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06</a:t>
              </a:r>
              <a:endParaRPr lang="ko-KR" altLang="en-US" sz="2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234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88373-E51D-ADAD-17DB-217CBA121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DB8ED8-5C5C-9DED-6C72-7F351B516E1B}"/>
              </a:ext>
            </a:extLst>
          </p:cNvPr>
          <p:cNvSpPr txBox="1"/>
          <p:nvPr/>
        </p:nvSpPr>
        <p:spPr>
          <a:xfrm>
            <a:off x="3257217" y="374448"/>
            <a:ext cx="5677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240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목적 및 필요성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F21D120-9211-45D3-4ABC-E35E56D71DF0}"/>
              </a:ext>
            </a:extLst>
          </p:cNvPr>
          <p:cNvCxnSpPr/>
          <p:nvPr/>
        </p:nvCxnSpPr>
        <p:spPr>
          <a:xfrm>
            <a:off x="3302000" y="957136"/>
            <a:ext cx="5588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B8B24E8D-9B85-E77A-6BFC-99FE54013BB2}"/>
              </a:ext>
            </a:extLst>
          </p:cNvPr>
          <p:cNvSpPr txBox="1"/>
          <p:nvPr/>
        </p:nvSpPr>
        <p:spPr>
          <a:xfrm>
            <a:off x="10661650" y="6481636"/>
            <a:ext cx="146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9A10D97-E565-6D01-7184-5E88025B0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95" y="1539390"/>
            <a:ext cx="9569942" cy="205750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BF7AEB0-B77E-D616-3A3B-BA3E8B54E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962" y="3398835"/>
            <a:ext cx="6578938" cy="250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912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4E3BD-0CBE-BDDC-3EB9-E3F06F8D5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3007471-C78C-5464-283F-A0F77A978DF1}"/>
              </a:ext>
            </a:extLst>
          </p:cNvPr>
          <p:cNvSpPr/>
          <p:nvPr/>
        </p:nvSpPr>
        <p:spPr>
          <a:xfrm>
            <a:off x="905164" y="1708727"/>
            <a:ext cx="10704945" cy="4433455"/>
          </a:xfrm>
          <a:prstGeom prst="roundRect">
            <a:avLst>
              <a:gd name="adj" fmla="val 6405"/>
            </a:avLst>
          </a:prstGeom>
          <a:solidFill>
            <a:schemeClr val="tx1">
              <a:lumMod val="50000"/>
              <a:lumOff val="50000"/>
              <a:alpha val="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E5BE4A6-F9A2-4CFB-F791-370C9C67E722}"/>
              </a:ext>
            </a:extLst>
          </p:cNvPr>
          <p:cNvSpPr/>
          <p:nvPr/>
        </p:nvSpPr>
        <p:spPr>
          <a:xfrm>
            <a:off x="1152525" y="1477818"/>
            <a:ext cx="1161467" cy="523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Google Shape;86;p13" descr="image.png">
            <a:extLst>
              <a:ext uri="{FF2B5EF4-FFF2-40B4-BE49-F238E27FC236}">
                <a16:creationId xmlns:a16="http://schemas.microsoft.com/office/drawing/2014/main" id="{4E833DF7-730E-403A-BBBD-A32344FB9E5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78889" y="1975196"/>
            <a:ext cx="313685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86;p13" descr="image.png">
            <a:extLst>
              <a:ext uri="{FF2B5EF4-FFF2-40B4-BE49-F238E27FC236}">
                <a16:creationId xmlns:a16="http://schemas.microsoft.com/office/drawing/2014/main" id="{8BAD7A1F-9081-19C0-1196-3255A4E2A38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08181" y="1975196"/>
            <a:ext cx="31368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8D9A29-2669-A3BA-FB53-FA04D7272988}"/>
              </a:ext>
            </a:extLst>
          </p:cNvPr>
          <p:cNvSpPr txBox="1"/>
          <p:nvPr/>
        </p:nvSpPr>
        <p:spPr>
          <a:xfrm>
            <a:off x="3257217" y="374448"/>
            <a:ext cx="5677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240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목적 및 필요성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9E8167E-6170-1C5C-A462-8B1B5A498F17}"/>
              </a:ext>
            </a:extLst>
          </p:cNvPr>
          <p:cNvCxnSpPr/>
          <p:nvPr/>
        </p:nvCxnSpPr>
        <p:spPr>
          <a:xfrm>
            <a:off x="3302000" y="957136"/>
            <a:ext cx="5588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119BC59-A1CD-9A78-A3BF-E30B60E05C10}"/>
              </a:ext>
            </a:extLst>
          </p:cNvPr>
          <p:cNvSpPr txBox="1"/>
          <p:nvPr/>
        </p:nvSpPr>
        <p:spPr>
          <a:xfrm>
            <a:off x="10661650" y="6481636"/>
            <a:ext cx="146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76F404E-C2C8-C384-DEC6-6B670383B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342" y="2428964"/>
            <a:ext cx="1959520" cy="189371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1343574-89AC-0DBE-ADFD-63A346501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467" y="2428963"/>
            <a:ext cx="1907691" cy="1893715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1CC037BC-E70B-78FD-77C3-235A355E2D89}"/>
              </a:ext>
            </a:extLst>
          </p:cNvPr>
          <p:cNvSpPr/>
          <p:nvPr/>
        </p:nvSpPr>
        <p:spPr>
          <a:xfrm>
            <a:off x="2092195" y="2428964"/>
            <a:ext cx="2768821" cy="189371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D56D759-FA4F-4969-F200-B284FFCAD684}"/>
              </a:ext>
            </a:extLst>
          </p:cNvPr>
          <p:cNvSpPr/>
          <p:nvPr/>
        </p:nvSpPr>
        <p:spPr>
          <a:xfrm>
            <a:off x="7062903" y="2428964"/>
            <a:ext cx="2768821" cy="189371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9" name="Google Shape;100;p13">
            <a:extLst>
              <a:ext uri="{FF2B5EF4-FFF2-40B4-BE49-F238E27FC236}">
                <a16:creationId xmlns:a16="http://schemas.microsoft.com/office/drawing/2014/main" id="{F4B857D7-00E7-DA22-1604-E7ED19897968}"/>
              </a:ext>
            </a:extLst>
          </p:cNvPr>
          <p:cNvSpPr txBox="1"/>
          <p:nvPr/>
        </p:nvSpPr>
        <p:spPr>
          <a:xfrm>
            <a:off x="2967867" y="4637946"/>
            <a:ext cx="101747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가짜 이력</a:t>
            </a:r>
            <a:endParaRPr dirty="0"/>
          </a:p>
        </p:txBody>
      </p:sp>
      <p:sp>
        <p:nvSpPr>
          <p:cNvPr id="21" name="Google Shape;100;p13">
            <a:extLst>
              <a:ext uri="{FF2B5EF4-FFF2-40B4-BE49-F238E27FC236}">
                <a16:creationId xmlns:a16="http://schemas.microsoft.com/office/drawing/2014/main" id="{235E4922-5207-9ABE-AE5D-5AE0BADDEB2F}"/>
              </a:ext>
            </a:extLst>
          </p:cNvPr>
          <p:cNvSpPr txBox="1"/>
          <p:nvPr/>
        </p:nvSpPr>
        <p:spPr>
          <a:xfrm>
            <a:off x="7938574" y="4637946"/>
            <a:ext cx="101747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환각 현상</a:t>
            </a:r>
            <a:endParaRPr dirty="0"/>
          </a:p>
        </p:txBody>
      </p:sp>
      <p:sp>
        <p:nvSpPr>
          <p:cNvPr id="25" name="Google Shape;99;p13">
            <a:extLst>
              <a:ext uri="{FF2B5EF4-FFF2-40B4-BE49-F238E27FC236}">
                <a16:creationId xmlns:a16="http://schemas.microsoft.com/office/drawing/2014/main" id="{FDAC0B82-2DD8-2672-52FA-5D02BEB0FA04}"/>
              </a:ext>
            </a:extLst>
          </p:cNvPr>
          <p:cNvSpPr txBox="1"/>
          <p:nvPr/>
        </p:nvSpPr>
        <p:spPr>
          <a:xfrm>
            <a:off x="1552575" y="1567585"/>
            <a:ext cx="8917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b="1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문제점</a:t>
            </a:r>
            <a:r>
              <a:rPr lang="ko-KR" altLang="en-US" dirty="0"/>
              <a:t> </a:t>
            </a:r>
            <a:endParaRPr dirty="0"/>
          </a:p>
        </p:txBody>
      </p:sp>
      <p:pic>
        <p:nvPicPr>
          <p:cNvPr id="27" name="Google Shape;98;p13" descr="image.png">
            <a:extLst>
              <a:ext uri="{FF2B5EF4-FFF2-40B4-BE49-F238E27FC236}">
                <a16:creationId xmlns:a16="http://schemas.microsoft.com/office/drawing/2014/main" id="{7A0E582F-A618-64A2-2471-C954C38D31A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41375" y="1593561"/>
            <a:ext cx="222349" cy="285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952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EFBAA-D3E3-5C1E-4AF8-CE8A9C965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F8B440C9-3008-7825-3F20-D42D1FD9315B}"/>
              </a:ext>
            </a:extLst>
          </p:cNvPr>
          <p:cNvSpPr/>
          <p:nvPr/>
        </p:nvSpPr>
        <p:spPr>
          <a:xfrm>
            <a:off x="905164" y="1708727"/>
            <a:ext cx="10704945" cy="4433455"/>
          </a:xfrm>
          <a:prstGeom prst="roundRect">
            <a:avLst>
              <a:gd name="adj" fmla="val 6405"/>
            </a:avLst>
          </a:prstGeom>
          <a:solidFill>
            <a:schemeClr val="tx1">
              <a:lumMod val="50000"/>
              <a:lumOff val="50000"/>
              <a:alpha val="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66C667C-8F4A-485F-166C-F2BFDAD76B58}"/>
              </a:ext>
            </a:extLst>
          </p:cNvPr>
          <p:cNvSpPr/>
          <p:nvPr/>
        </p:nvSpPr>
        <p:spPr>
          <a:xfrm>
            <a:off x="1152525" y="1477818"/>
            <a:ext cx="4029075" cy="523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901D6D-CB6F-8925-A178-BE2755598CDB}"/>
              </a:ext>
            </a:extLst>
          </p:cNvPr>
          <p:cNvSpPr txBox="1"/>
          <p:nvPr/>
        </p:nvSpPr>
        <p:spPr>
          <a:xfrm>
            <a:off x="3257217" y="374448"/>
            <a:ext cx="5677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240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목적 및 필요성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36E8DA6-2093-5CCF-FD7A-324717FCAB7D}"/>
              </a:ext>
            </a:extLst>
          </p:cNvPr>
          <p:cNvCxnSpPr/>
          <p:nvPr/>
        </p:nvCxnSpPr>
        <p:spPr>
          <a:xfrm>
            <a:off x="3302000" y="957136"/>
            <a:ext cx="5588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89A3741-BD61-2E71-AE08-7BF9DD4E9B2A}"/>
              </a:ext>
            </a:extLst>
          </p:cNvPr>
          <p:cNvSpPr txBox="1"/>
          <p:nvPr/>
        </p:nvSpPr>
        <p:spPr>
          <a:xfrm>
            <a:off x="10661650" y="6481636"/>
            <a:ext cx="146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3" name="Google Shape;86;p13" descr="image.png">
            <a:extLst>
              <a:ext uri="{FF2B5EF4-FFF2-40B4-BE49-F238E27FC236}">
                <a16:creationId xmlns:a16="http://schemas.microsoft.com/office/drawing/2014/main" id="{83F65D97-C09B-4902-0D59-F3BB558E51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1375" y="2404404"/>
            <a:ext cx="313685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88;p13" descr="image.png">
            <a:extLst>
              <a:ext uri="{FF2B5EF4-FFF2-40B4-BE49-F238E27FC236}">
                <a16:creationId xmlns:a16="http://schemas.microsoft.com/office/drawing/2014/main" id="{20DEA607-B489-AB1E-FBB2-746D038140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1325" y="2404404"/>
            <a:ext cx="31368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0;p13">
            <a:extLst>
              <a:ext uri="{FF2B5EF4-FFF2-40B4-BE49-F238E27FC236}">
                <a16:creationId xmlns:a16="http://schemas.microsoft.com/office/drawing/2014/main" id="{C8EA0265-686D-129B-96FB-BCFA701589E2}"/>
              </a:ext>
            </a:extLst>
          </p:cNvPr>
          <p:cNvSpPr txBox="1"/>
          <p:nvPr/>
        </p:nvSpPr>
        <p:spPr>
          <a:xfrm>
            <a:off x="2339041" y="4623729"/>
            <a:ext cx="94136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자격</a:t>
            </a:r>
            <a:r>
              <a:rPr lang="en-US" sz="165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검증</a:t>
            </a:r>
            <a:endParaRPr dirty="0"/>
          </a:p>
        </p:txBody>
      </p:sp>
      <p:sp>
        <p:nvSpPr>
          <p:cNvPr id="31" name="Google Shape;101;p13">
            <a:extLst>
              <a:ext uri="{FF2B5EF4-FFF2-40B4-BE49-F238E27FC236}">
                <a16:creationId xmlns:a16="http://schemas.microsoft.com/office/drawing/2014/main" id="{058D3E6C-DF66-FC88-A96B-71347B039F1B}"/>
              </a:ext>
            </a:extLst>
          </p:cNvPr>
          <p:cNvSpPr txBox="1"/>
          <p:nvPr/>
        </p:nvSpPr>
        <p:spPr>
          <a:xfrm>
            <a:off x="1699506" y="5023779"/>
            <a:ext cx="21855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서명·위변조를 확인하고</a:t>
            </a:r>
            <a:br>
              <a:rPr lang="en-US" sz="1200" b="0" i="0" u="none" strike="noStrike" cap="none" dirty="0" err="1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 b="0" i="0" u="none" strike="noStrike" cap="none" dirty="0" err="1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형식으로 정리</a:t>
            </a:r>
            <a:endParaRPr dirty="0"/>
          </a:p>
        </p:txBody>
      </p:sp>
      <p:sp>
        <p:nvSpPr>
          <p:cNvPr id="33" name="Google Shape;102;p13">
            <a:extLst>
              <a:ext uri="{FF2B5EF4-FFF2-40B4-BE49-F238E27FC236}">
                <a16:creationId xmlns:a16="http://schemas.microsoft.com/office/drawing/2014/main" id="{E0E5F187-87DE-06C4-8217-D899FC61F7A5}"/>
              </a:ext>
            </a:extLst>
          </p:cNvPr>
          <p:cNvSpPr txBox="1"/>
          <p:nvPr/>
        </p:nvSpPr>
        <p:spPr>
          <a:xfrm>
            <a:off x="5573527" y="4623729"/>
            <a:ext cx="122249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AI 컨설팅</a:t>
            </a:r>
            <a:endParaRPr/>
          </a:p>
        </p:txBody>
      </p:sp>
      <p:sp>
        <p:nvSpPr>
          <p:cNvPr id="35" name="Google Shape;103;p13">
            <a:extLst>
              <a:ext uri="{FF2B5EF4-FFF2-40B4-BE49-F238E27FC236}">
                <a16:creationId xmlns:a16="http://schemas.microsoft.com/office/drawing/2014/main" id="{78C8518B-1E7F-5136-5DCD-C51DA43A6CF7}"/>
              </a:ext>
            </a:extLst>
          </p:cNvPr>
          <p:cNvSpPr txBox="1"/>
          <p:nvPr/>
        </p:nvSpPr>
        <p:spPr>
          <a:xfrm>
            <a:off x="5042815" y="5023779"/>
            <a:ext cx="213680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MCP로 검증된 VC를 조회해</a:t>
            </a:r>
            <a:br>
              <a:rPr lang="en-US" sz="1200" b="0" i="0" u="none" strike="noStrike" cap="none" dirty="0" err="1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 b="0" i="0" u="none" strike="noStrike" cap="none" dirty="0" err="1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부족한 역량과 학습 방향 안내</a:t>
            </a:r>
            <a:endParaRPr dirty="0"/>
          </a:p>
        </p:txBody>
      </p:sp>
      <p:sp>
        <p:nvSpPr>
          <p:cNvPr id="37" name="Google Shape;104;p13">
            <a:extLst>
              <a:ext uri="{FF2B5EF4-FFF2-40B4-BE49-F238E27FC236}">
                <a16:creationId xmlns:a16="http://schemas.microsoft.com/office/drawing/2014/main" id="{66CFD87D-BF1C-D07A-D320-F767679C19D1}"/>
              </a:ext>
            </a:extLst>
          </p:cNvPr>
          <p:cNvSpPr txBox="1"/>
          <p:nvPr/>
        </p:nvSpPr>
        <p:spPr>
          <a:xfrm>
            <a:off x="8462396" y="4623729"/>
            <a:ext cx="21945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커리어 에이전트</a:t>
            </a:r>
            <a:endParaRPr/>
          </a:p>
        </p:txBody>
      </p:sp>
      <p:sp>
        <p:nvSpPr>
          <p:cNvPr id="39" name="Google Shape;105;p13">
            <a:extLst>
              <a:ext uri="{FF2B5EF4-FFF2-40B4-BE49-F238E27FC236}">
                <a16:creationId xmlns:a16="http://schemas.microsoft.com/office/drawing/2014/main" id="{52C8A371-97B6-D92A-7350-E908E4C05A4F}"/>
              </a:ext>
            </a:extLst>
          </p:cNvPr>
          <p:cNvSpPr txBox="1"/>
          <p:nvPr/>
        </p:nvSpPr>
        <p:spPr>
          <a:xfrm>
            <a:off x="8370956" y="5023779"/>
            <a:ext cx="23774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검증된 이력만 근거로</a:t>
            </a:r>
            <a:br>
              <a:rPr lang="en-US" sz="1200" b="0" i="0" u="none" strike="noStrike" cap="none" dirty="0" err="1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 b="0" i="0" u="none" strike="noStrike" cap="none" dirty="0" err="1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포트폴리오 초안 제작</a:t>
            </a:r>
            <a:endParaRPr dirty="0"/>
          </a:p>
        </p:txBody>
      </p:sp>
      <p:sp>
        <p:nvSpPr>
          <p:cNvPr id="27" name="Google Shape;99;p13">
            <a:extLst>
              <a:ext uri="{FF2B5EF4-FFF2-40B4-BE49-F238E27FC236}">
                <a16:creationId xmlns:a16="http://schemas.microsoft.com/office/drawing/2014/main" id="{F902C484-3628-ED93-0196-793D82235401}"/>
              </a:ext>
            </a:extLst>
          </p:cNvPr>
          <p:cNvSpPr txBox="1"/>
          <p:nvPr/>
        </p:nvSpPr>
        <p:spPr>
          <a:xfrm>
            <a:off x="1552574" y="1567585"/>
            <a:ext cx="38345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초개인화</a:t>
            </a:r>
            <a:r>
              <a:rPr lang="en-US" sz="195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AI</a:t>
            </a:r>
            <a:r>
              <a:rPr lang="en-US" sz="195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9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커리어</a:t>
            </a:r>
            <a:r>
              <a:rPr lang="en-US" sz="195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9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에이전트</a:t>
            </a:r>
            <a:r>
              <a:rPr lang="en-US" sz="195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9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지갑</a:t>
            </a:r>
            <a:endParaRPr dirty="0"/>
          </a:p>
        </p:txBody>
      </p:sp>
      <p:pic>
        <p:nvPicPr>
          <p:cNvPr id="25" name="Google Shape;98;p13" descr="image.png">
            <a:extLst>
              <a:ext uri="{FF2B5EF4-FFF2-40B4-BE49-F238E27FC236}">
                <a16:creationId xmlns:a16="http://schemas.microsoft.com/office/drawing/2014/main" id="{A79235C1-E41E-5726-A98B-8E4E1E0A5F0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1375" y="1593561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전자지갑 | 디지털 배지상세정보 | Q-net">
            <a:extLst>
              <a:ext uri="{FF2B5EF4-FFF2-40B4-BE49-F238E27FC236}">
                <a16:creationId xmlns:a16="http://schemas.microsoft.com/office/drawing/2014/main" id="{FA0BA16F-BCE9-C5BA-84A3-69702B263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648" y="2359995"/>
            <a:ext cx="2206151" cy="220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 descr="그래픽, 폰트, 그래픽 디자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757777-1029-4471-C448-44A0FDC346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111" y="2651144"/>
            <a:ext cx="1765973" cy="1765973"/>
          </a:xfrm>
          <a:prstGeom prst="rect">
            <a:avLst/>
          </a:prstGeom>
        </p:spPr>
      </p:pic>
      <p:pic>
        <p:nvPicPr>
          <p:cNvPr id="5" name="그림 4" descr="생일 케이크, 케이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E5E497-6586-8ACB-37A9-678FB168CB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265" y="2567210"/>
            <a:ext cx="2816357" cy="189371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2A32CCB-D5AA-D5D3-5399-DB9B13DFBCDA}"/>
              </a:ext>
            </a:extLst>
          </p:cNvPr>
          <p:cNvSpPr/>
          <p:nvPr/>
        </p:nvSpPr>
        <p:spPr>
          <a:xfrm>
            <a:off x="8175265" y="2567210"/>
            <a:ext cx="2768821" cy="189371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09DC716-28C4-5D06-7A8C-FE91AF221098}"/>
              </a:ext>
            </a:extLst>
          </p:cNvPr>
          <p:cNvSpPr/>
          <p:nvPr/>
        </p:nvSpPr>
        <p:spPr>
          <a:xfrm>
            <a:off x="4856439" y="2559635"/>
            <a:ext cx="2768821" cy="189371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C45D161-9A30-67C2-6138-790DD493E750}"/>
              </a:ext>
            </a:extLst>
          </p:cNvPr>
          <p:cNvSpPr/>
          <p:nvPr/>
        </p:nvSpPr>
        <p:spPr>
          <a:xfrm>
            <a:off x="1407866" y="2559635"/>
            <a:ext cx="2768821" cy="189371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0047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6404E-978A-B5C4-3C15-68F4F7BB6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4CF70B-5579-9DAB-35E7-B067483AFFA3}"/>
              </a:ext>
            </a:extLst>
          </p:cNvPr>
          <p:cNvSpPr txBox="1"/>
          <p:nvPr/>
        </p:nvSpPr>
        <p:spPr>
          <a:xfrm>
            <a:off x="3257217" y="374448"/>
            <a:ext cx="5677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240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내용 및 추진 방법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7537471-C605-23C2-BBD7-61793759608B}"/>
              </a:ext>
            </a:extLst>
          </p:cNvPr>
          <p:cNvCxnSpPr/>
          <p:nvPr/>
        </p:nvCxnSpPr>
        <p:spPr>
          <a:xfrm>
            <a:off x="3302000" y="957136"/>
            <a:ext cx="5588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BAFFA60F-7F80-7CDA-5667-F21D0BF71DF2}"/>
              </a:ext>
            </a:extLst>
          </p:cNvPr>
          <p:cNvSpPr txBox="1"/>
          <p:nvPr/>
        </p:nvSpPr>
        <p:spPr>
          <a:xfrm>
            <a:off x="10661650" y="6481636"/>
            <a:ext cx="146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1" name="Text 201"/>
          <p:cNvSpPr/>
          <p:nvPr/>
        </p:nvSpPr>
        <p:spPr>
          <a:xfrm>
            <a:off x="6949440" y="1207008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300" b="1" dirty="0">
                <a:solidFill>
                  <a:srgbClr val="DA2127"/>
                </a:solidFill>
                <a:latin typeface="Noto Sans KR"/>
                <a:ea typeface="Noto Sans KR"/>
              </a:rPr>
              <a:t>구직자 활용</a:t>
            </a:r>
          </a:p>
        </p:txBody>
      </p:sp>
      <p:sp>
        <p:nvSpPr>
          <p:cNvPr id="202" name="Text 202"/>
          <p:cNvSpPr/>
          <p:nvPr/>
        </p:nvSpPr>
        <p:spPr>
          <a:xfrm>
            <a:off x="6949440" y="3913632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300" b="1" dirty="0">
                <a:solidFill>
                  <a:srgbClr val="1E2761"/>
                </a:solidFill>
                <a:latin typeface="Noto Sans KR"/>
                <a:ea typeface="Noto Sans KR"/>
              </a:rPr>
              <a:t>기업 활용</a:t>
            </a:r>
          </a:p>
        </p:txBody>
      </p:sp>
      <p:sp>
        <p:nvSpPr>
          <p:cNvPr id="203" name="Box 203"/>
          <p:cNvSpPr/>
          <p:nvPr/>
        </p:nvSpPr>
        <p:spPr>
          <a:xfrm>
            <a:off x="685800" y="2788920"/>
            <a:ext cx="2286000" cy="128016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9525">
            <a:solidFill>
              <a:srgbClr val="D5D9DF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ko-KR" altLang="en-US" sz="1700" b="1" dirty="0">
                <a:solidFill>
                  <a:srgbClr val="222222"/>
                </a:solidFill>
                <a:latin typeface="Noto Sans KR"/>
                <a:ea typeface="Noto Sans KR"/>
              </a:rPr>
              <a:t>발급기관</a:t>
            </a:r>
          </a:p>
          <a:p>
            <a:pPr algn="ctr"/>
            <a:r>
              <a:rPr lang="ko-KR" altLang="en-US" sz="1200" b="0" dirty="0">
                <a:solidFill>
                  <a:srgbClr val="5B6577"/>
                </a:solidFill>
                <a:latin typeface="Noto Sans KR"/>
                <a:ea typeface="Noto Sans KR"/>
              </a:rPr>
              <a:t>오픈배지 · 수료증을 VC 발급</a:t>
            </a:r>
          </a:p>
        </p:txBody>
      </p:sp>
      <p:sp>
        <p:nvSpPr>
          <p:cNvPr id="204" name="Box 204"/>
          <p:cNvSpPr/>
          <p:nvPr/>
        </p:nvSpPr>
        <p:spPr>
          <a:xfrm>
            <a:off x="3703320" y="2651760"/>
            <a:ext cx="2514600" cy="1554480"/>
          </a:xfrm>
          <a:prstGeom prst="roundRect">
            <a:avLst>
              <a:gd name="adj" fmla="val 10000"/>
            </a:avLst>
          </a:prstGeom>
          <a:solidFill>
            <a:srgbClr val="DA2127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ko-KR" altLang="en-US" sz="1900" b="1" dirty="0">
                <a:solidFill>
                  <a:srgbClr val="FFFFFF"/>
                </a:solidFill>
                <a:latin typeface="Noto Sans KR"/>
                <a:ea typeface="Noto Sans KR"/>
              </a:rPr>
              <a:t>VC 지갑 코어</a:t>
            </a:r>
          </a:p>
          <a:p>
            <a:pPr algn="ctr"/>
            <a:r>
              <a:rPr lang="ko-KR" altLang="en-US" sz="1200" b="0" dirty="0">
                <a:solidFill>
                  <a:srgbClr val="FFFFFF"/>
                </a:solidFill>
                <a:latin typeface="Noto Sans KR"/>
                <a:ea typeface="Noto Sans KR"/>
              </a:rPr>
              <a:t>발급기관의 </a:t>
            </a:r>
            <a:r>
              <a:rPr lang="en-US" altLang="ko-KR" sz="1200" b="0" dirty="0">
                <a:solidFill>
                  <a:srgbClr val="FFFFFF"/>
                </a:solidFill>
                <a:latin typeface="Noto Sans KR"/>
                <a:ea typeface="Noto Sans KR"/>
              </a:rPr>
              <a:t>VC</a:t>
            </a:r>
            <a:r>
              <a:rPr lang="ko-KR" altLang="en-US" sz="1200" b="0" dirty="0" err="1">
                <a:solidFill>
                  <a:srgbClr val="FFFFFF"/>
                </a:solidFill>
                <a:latin typeface="Noto Sans KR"/>
                <a:ea typeface="Noto Sans KR"/>
              </a:rPr>
              <a:t>를</a:t>
            </a:r>
            <a:r>
              <a:rPr lang="ko-KR" altLang="en-US" sz="1200" b="0" dirty="0">
                <a:solidFill>
                  <a:srgbClr val="FFFFFF"/>
                </a:solidFill>
                <a:latin typeface="Noto Sans KR"/>
                <a:ea typeface="Noto Sans KR"/>
              </a:rPr>
              <a:t> 검증하고</a:t>
            </a:r>
            <a:r>
              <a:rPr lang="ko-KR" altLang="en-US" sz="1200" dirty="0">
                <a:solidFill>
                  <a:srgbClr val="FFFFFF"/>
                </a:solidFill>
                <a:latin typeface="Noto Sans KR"/>
                <a:ea typeface="Noto Sans KR"/>
              </a:rPr>
              <a:t> </a:t>
            </a:r>
            <a:endParaRPr lang="en-US" altLang="ko-KR" sz="1200" dirty="0">
              <a:solidFill>
                <a:srgbClr val="FFFFFF"/>
              </a:solidFill>
              <a:latin typeface="Noto Sans KR"/>
              <a:ea typeface="Noto Sans KR"/>
            </a:endParaRPr>
          </a:p>
          <a:p>
            <a:pPr algn="ctr"/>
            <a:r>
              <a:rPr lang="ko-KR" altLang="en-US" sz="1200" b="0" dirty="0">
                <a:solidFill>
                  <a:srgbClr val="FFFFFF"/>
                </a:solidFill>
                <a:latin typeface="Noto Sans KR"/>
                <a:ea typeface="Noto Sans KR"/>
              </a:rPr>
              <a:t>같은 형식으로 정리</a:t>
            </a:r>
          </a:p>
        </p:txBody>
      </p:sp>
      <p:sp>
        <p:nvSpPr>
          <p:cNvPr id="205" name="Box 205"/>
          <p:cNvSpPr/>
          <p:nvPr/>
        </p:nvSpPr>
        <p:spPr>
          <a:xfrm>
            <a:off x="6949440" y="164592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9525">
            <a:solidFill>
              <a:srgbClr val="D5D9DF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ko-KR" altLang="en-US" sz="1600" b="1" dirty="0">
                <a:solidFill>
                  <a:srgbClr val="222222"/>
                </a:solidFill>
                <a:latin typeface="Noto Sans KR"/>
                <a:ea typeface="Noto Sans KR"/>
              </a:rPr>
              <a:t>MCP 연결</a:t>
            </a:r>
          </a:p>
          <a:p>
            <a:pPr algn="ctr"/>
            <a:r>
              <a:rPr lang="ko-KR" altLang="en-US" sz="1100" b="0" dirty="0">
                <a:solidFill>
                  <a:srgbClr val="5B6577"/>
                </a:solidFill>
                <a:latin typeface="Noto Sans KR"/>
                <a:ea typeface="Noto Sans KR"/>
              </a:rPr>
              <a:t>AI가 검증된 </a:t>
            </a:r>
            <a:r>
              <a:rPr lang="ko-KR" altLang="en-US" sz="1100" b="0" dirty="0" err="1">
                <a:solidFill>
                  <a:srgbClr val="5B6577"/>
                </a:solidFill>
                <a:latin typeface="Noto Sans KR"/>
                <a:ea typeface="Noto Sans KR"/>
              </a:rPr>
              <a:t>VC를</a:t>
            </a:r>
            <a:r>
              <a:rPr lang="ko-KR" altLang="en-US" sz="1100" b="0" dirty="0">
                <a:solidFill>
                  <a:srgbClr val="5B6577"/>
                </a:solidFill>
                <a:latin typeface="Noto Sans KR"/>
                <a:ea typeface="Noto Sans KR"/>
              </a:rPr>
              <a:t> 조회</a:t>
            </a:r>
          </a:p>
        </p:txBody>
      </p:sp>
      <p:sp>
        <p:nvSpPr>
          <p:cNvPr id="206" name="Box 206"/>
          <p:cNvSpPr/>
          <p:nvPr/>
        </p:nvSpPr>
        <p:spPr>
          <a:xfrm>
            <a:off x="9784080" y="1645920"/>
            <a:ext cx="1737360" cy="1097280"/>
          </a:xfrm>
          <a:prstGeom prst="roundRect">
            <a:avLst>
              <a:gd name="adj" fmla="val 10000"/>
            </a:avLst>
          </a:prstGeom>
          <a:solidFill>
            <a:srgbClr val="DA2127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ko-KR" altLang="en-US" sz="1500" b="1" dirty="0">
                <a:solidFill>
                  <a:srgbClr val="FFFFFF"/>
                </a:solidFill>
                <a:latin typeface="Noto Sans KR"/>
                <a:ea typeface="Noto Sans KR"/>
              </a:rPr>
              <a:t>개인 커리어</a:t>
            </a:r>
          </a:p>
          <a:p>
            <a:pPr algn="ctr"/>
            <a:r>
              <a:rPr lang="ko-KR" altLang="en-US" sz="1500" b="1" dirty="0">
                <a:solidFill>
                  <a:srgbClr val="FFFFFF"/>
                </a:solidFill>
                <a:latin typeface="Noto Sans KR"/>
                <a:ea typeface="Noto Sans KR"/>
              </a:rPr>
              <a:t>에이전트</a:t>
            </a:r>
          </a:p>
          <a:p>
            <a:pPr algn="ctr"/>
            <a:r>
              <a:rPr lang="ko-KR" altLang="en-US" sz="1000" b="0" dirty="0">
                <a:solidFill>
                  <a:srgbClr val="FFFFFF"/>
                </a:solidFill>
                <a:latin typeface="Noto Sans KR"/>
                <a:ea typeface="Noto Sans KR"/>
              </a:rPr>
              <a:t>AI 컨설팅 · 포트폴리오 제작</a:t>
            </a:r>
          </a:p>
        </p:txBody>
      </p:sp>
      <p:sp>
        <p:nvSpPr>
          <p:cNvPr id="207" name="Box 207"/>
          <p:cNvSpPr/>
          <p:nvPr/>
        </p:nvSpPr>
        <p:spPr>
          <a:xfrm>
            <a:off x="6949440" y="429768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9525">
            <a:solidFill>
              <a:srgbClr val="D5D9DF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ko-KR" altLang="en-US" sz="1500" b="1" dirty="0">
                <a:solidFill>
                  <a:srgbClr val="222222"/>
                </a:solidFill>
                <a:latin typeface="Noto Sans KR"/>
                <a:ea typeface="Noto Sans KR"/>
              </a:rPr>
              <a:t>기업에 자격증명 제공</a:t>
            </a:r>
            <a:endParaRPr lang="ko-KR" altLang="en-US" sz="1100" b="0" dirty="0">
              <a:solidFill>
                <a:srgbClr val="5B6577"/>
              </a:solidFill>
              <a:latin typeface="Noto Sans KR"/>
              <a:ea typeface="Noto Sans KR"/>
            </a:endParaRPr>
          </a:p>
        </p:txBody>
      </p:sp>
      <p:sp>
        <p:nvSpPr>
          <p:cNvPr id="208" name="Box 208"/>
          <p:cNvSpPr/>
          <p:nvPr/>
        </p:nvSpPr>
        <p:spPr>
          <a:xfrm>
            <a:off x="9784080" y="4297680"/>
            <a:ext cx="1737360" cy="10972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ko-KR" altLang="en-US" sz="1600" b="1" dirty="0">
                <a:solidFill>
                  <a:srgbClr val="FFFFFF"/>
                </a:solidFill>
                <a:latin typeface="Noto Sans KR"/>
                <a:ea typeface="Noto Sans KR"/>
              </a:rPr>
              <a:t>기업</a:t>
            </a:r>
          </a:p>
          <a:p>
            <a:pPr algn="ctr"/>
            <a:r>
              <a:rPr lang="ko-KR" altLang="en-US" sz="1200" dirty="0">
                <a:solidFill>
                  <a:srgbClr val="FFFFFF"/>
                </a:solidFill>
                <a:latin typeface="Noto Sans KR"/>
                <a:ea typeface="Noto Sans KR"/>
              </a:rPr>
              <a:t>검증된 </a:t>
            </a:r>
            <a:r>
              <a:rPr lang="en-US" altLang="ko-KR" sz="1200" dirty="0">
                <a:solidFill>
                  <a:srgbClr val="FFFFFF"/>
                </a:solidFill>
                <a:latin typeface="Noto Sans KR"/>
                <a:ea typeface="Noto Sans KR"/>
              </a:rPr>
              <a:t>VC </a:t>
            </a:r>
            <a:r>
              <a:rPr lang="ko-KR" altLang="en-US" sz="1200" dirty="0">
                <a:solidFill>
                  <a:srgbClr val="FFFFFF"/>
                </a:solidFill>
                <a:latin typeface="Noto Sans KR"/>
                <a:ea typeface="Noto Sans KR"/>
              </a:rPr>
              <a:t>확인</a:t>
            </a:r>
            <a:endParaRPr lang="ko-KR" altLang="en-US" sz="1200" b="0" dirty="0">
              <a:solidFill>
                <a:srgbClr val="FFFFFF"/>
              </a:solidFill>
              <a:latin typeface="Noto Sans KR"/>
              <a:ea typeface="Noto Sans KR"/>
            </a:endParaRPr>
          </a:p>
        </p:txBody>
      </p:sp>
      <p:cxnSp>
        <p:nvCxnSpPr>
          <p:cNvPr id="209" name="Arrow 209"/>
          <p:cNvCxnSpPr/>
          <p:nvPr/>
        </p:nvCxnSpPr>
        <p:spPr>
          <a:xfrm>
            <a:off x="3017520" y="3429000"/>
            <a:ext cx="640080" cy="0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  <a:tailEnd type="triangle" w="med" len="med"/>
          </a:ln>
        </p:spPr>
      </p:cxnSp>
      <p:cxnSp>
        <p:nvCxnSpPr>
          <p:cNvPr id="210" name="Arrow 210"/>
          <p:cNvCxnSpPr/>
          <p:nvPr/>
        </p:nvCxnSpPr>
        <p:spPr>
          <a:xfrm flipV="1">
            <a:off x="6263640" y="2194560"/>
            <a:ext cx="640080" cy="960120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  <a:tailEnd type="triangle" w="med" len="med"/>
          </a:ln>
        </p:spPr>
      </p:cxnSp>
      <p:cxnSp>
        <p:nvCxnSpPr>
          <p:cNvPr id="211" name="Arrow 211"/>
          <p:cNvCxnSpPr/>
          <p:nvPr/>
        </p:nvCxnSpPr>
        <p:spPr>
          <a:xfrm>
            <a:off x="6263640" y="3703320"/>
            <a:ext cx="640080" cy="1143000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  <a:tailEnd type="triangle" w="med" len="med"/>
          </a:ln>
        </p:spPr>
      </p:cxnSp>
      <p:cxnSp>
        <p:nvCxnSpPr>
          <p:cNvPr id="212" name="Arrow 212"/>
          <p:cNvCxnSpPr/>
          <p:nvPr/>
        </p:nvCxnSpPr>
        <p:spPr>
          <a:xfrm>
            <a:off x="9281160" y="2194560"/>
            <a:ext cx="457200" cy="0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  <a:tailEnd type="triangle" w="med" len="med"/>
          </a:ln>
        </p:spPr>
      </p:cxnSp>
      <p:cxnSp>
        <p:nvCxnSpPr>
          <p:cNvPr id="213" name="Arrow 213"/>
          <p:cNvCxnSpPr/>
          <p:nvPr/>
        </p:nvCxnSpPr>
        <p:spPr>
          <a:xfrm>
            <a:off x="9281160" y="4846320"/>
            <a:ext cx="457200" cy="0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892458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3F04A0DD-9577-489A-B6FC-0F210F3BBA6F}"/>
              </a:ext>
            </a:extLst>
          </p:cNvPr>
          <p:cNvGrpSpPr/>
          <p:nvPr/>
        </p:nvGrpSpPr>
        <p:grpSpPr>
          <a:xfrm>
            <a:off x="3257217" y="374448"/>
            <a:ext cx="5677566" cy="582688"/>
            <a:chOff x="3257217" y="374448"/>
            <a:chExt cx="5677566" cy="582688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E17093D-1282-46F4-99B9-23A8D2D16467}"/>
                </a:ext>
              </a:extLst>
            </p:cNvPr>
            <p:cNvSpPr txBox="1"/>
            <p:nvPr/>
          </p:nvSpPr>
          <p:spPr>
            <a:xfrm>
              <a:off x="3257217" y="374448"/>
              <a:ext cx="56775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240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</a:lstStyle>
            <a:p>
              <a:r>
                <a:rPr lang="ko-KR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내용 및 추진 방법</a:t>
              </a: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F4706491-67AC-41AE-89F2-D7299D5092B1}"/>
                </a:ext>
              </a:extLst>
            </p:cNvPr>
            <p:cNvCxnSpPr/>
            <p:nvPr/>
          </p:nvCxnSpPr>
          <p:spPr>
            <a:xfrm>
              <a:off x="3302000" y="957136"/>
              <a:ext cx="5588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AB5FF1A9-8B66-43E6-8193-5D4E825AA974}"/>
              </a:ext>
            </a:extLst>
          </p:cNvPr>
          <p:cNvSpPr txBox="1"/>
          <p:nvPr/>
        </p:nvSpPr>
        <p:spPr>
          <a:xfrm>
            <a:off x="10661650" y="6481636"/>
            <a:ext cx="146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1" name="Box 201"/>
          <p:cNvSpPr/>
          <p:nvPr/>
        </p:nvSpPr>
        <p:spPr>
          <a:xfrm>
            <a:off x="3154680" y="1188720"/>
            <a:ext cx="5349240" cy="457200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9AA3B2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endParaRPr lang="ko-KR"/>
          </a:p>
        </p:txBody>
      </p:sp>
      <p:sp>
        <p:nvSpPr>
          <p:cNvPr id="202" name="Text 202"/>
          <p:cNvSpPr/>
          <p:nvPr/>
        </p:nvSpPr>
        <p:spPr>
          <a:xfrm>
            <a:off x="3337560" y="1243584"/>
            <a:ext cx="4983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5B6577"/>
                </a:solidFill>
                <a:latin typeface="Noto Sans KR"/>
                <a:ea typeface="Noto Sans KR"/>
              </a:rPr>
              <a:t>클라우드(AWS / NCP) · Docker 컨테이너</a:t>
            </a:r>
          </a:p>
        </p:txBody>
      </p:sp>
      <p:sp>
        <p:nvSpPr>
          <p:cNvPr id="203" name="Box 203"/>
          <p:cNvSpPr/>
          <p:nvPr/>
        </p:nvSpPr>
        <p:spPr>
          <a:xfrm>
            <a:off x="3383280" y="1691640"/>
            <a:ext cx="4892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9AA3B2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222222"/>
                </a:solidFill>
                <a:latin typeface="Noto Sans KR"/>
                <a:ea typeface="Noto Sans KR"/>
              </a:rPr>
              <a:t>프론트엔드 (FE)</a:t>
            </a:r>
          </a:p>
          <a:p>
            <a:pPr algn="ctr"/>
            <a:r>
              <a:rPr lang="ko-KR" altLang="en-US" sz="1100" b="0" dirty="0">
                <a:solidFill>
                  <a:srgbClr val="5B6577"/>
                </a:solidFill>
                <a:latin typeface="Noto Sans KR"/>
                <a:ea typeface="Noto Sans KR"/>
              </a:rPr>
              <a:t>React, Next.js, Zustand</a:t>
            </a:r>
          </a:p>
        </p:txBody>
      </p:sp>
      <p:sp>
        <p:nvSpPr>
          <p:cNvPr id="204" name="Box 204"/>
          <p:cNvSpPr/>
          <p:nvPr/>
        </p:nvSpPr>
        <p:spPr>
          <a:xfrm>
            <a:off x="3383280" y="2926080"/>
            <a:ext cx="4892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9AA3B2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222222"/>
                </a:solidFill>
                <a:latin typeface="Noto Sans KR"/>
                <a:ea typeface="Noto Sans KR"/>
              </a:rPr>
              <a:t>백엔드 (BE)</a:t>
            </a:r>
          </a:p>
          <a:p>
            <a:pPr algn="ctr"/>
            <a:r>
              <a:rPr lang="ko-KR" altLang="en-US" sz="1100" b="0" dirty="0">
                <a:solidFill>
                  <a:srgbClr val="5B6577"/>
                </a:solidFill>
                <a:latin typeface="Noto Sans KR"/>
                <a:ea typeface="Noto Sans KR"/>
              </a:rPr>
              <a:t>NestJS, OpenAPI(Swagger), Prism Mock</a:t>
            </a:r>
          </a:p>
        </p:txBody>
      </p:sp>
      <p:sp>
        <p:nvSpPr>
          <p:cNvPr id="205" name="Box 205"/>
          <p:cNvSpPr/>
          <p:nvPr/>
        </p:nvSpPr>
        <p:spPr>
          <a:xfrm>
            <a:off x="3383280" y="4160520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9525">
            <a:solidFill>
              <a:srgbClr val="DA2127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222222"/>
                </a:solidFill>
                <a:latin typeface="Noto Sans KR"/>
                <a:ea typeface="Noto Sans KR"/>
              </a:rPr>
              <a:t>AI 파트</a:t>
            </a:r>
          </a:p>
          <a:p>
            <a:pPr algn="ctr"/>
            <a:r>
              <a:rPr lang="ko-KR" altLang="en-US" sz="1100" b="0" dirty="0">
                <a:solidFill>
                  <a:srgbClr val="5B6577"/>
                </a:solidFill>
                <a:latin typeface="Noto Sans KR"/>
                <a:ea typeface="Noto Sans KR"/>
              </a:rPr>
              <a:t>Python, LangChain,</a:t>
            </a:r>
          </a:p>
          <a:p>
            <a:pPr algn="ctr"/>
            <a:r>
              <a:rPr lang="ko-KR" altLang="en-US" sz="1100" b="0" dirty="0">
                <a:solidFill>
                  <a:srgbClr val="5B6577"/>
                </a:solidFill>
                <a:latin typeface="Noto Sans KR"/>
                <a:ea typeface="Noto Sans KR"/>
              </a:rPr>
              <a:t>MCP SDK, LLM API</a:t>
            </a:r>
          </a:p>
        </p:txBody>
      </p:sp>
      <p:sp>
        <p:nvSpPr>
          <p:cNvPr id="206" name="Box 206"/>
          <p:cNvSpPr/>
          <p:nvPr/>
        </p:nvSpPr>
        <p:spPr>
          <a:xfrm>
            <a:off x="5943600" y="4160520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9525">
            <a:solidFill>
              <a:srgbClr val="DA2127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222222"/>
                </a:solidFill>
                <a:latin typeface="Noto Sans KR"/>
                <a:ea typeface="Noto Sans KR"/>
              </a:rPr>
              <a:t>VC 검증 엔진</a:t>
            </a:r>
          </a:p>
          <a:p>
            <a:pPr algn="ctr"/>
            <a:r>
              <a:rPr lang="ko-KR" altLang="en-US" sz="1100" b="0" dirty="0">
                <a:solidFill>
                  <a:srgbClr val="5B6577"/>
                </a:solidFill>
                <a:latin typeface="Noto Sans KR"/>
                <a:ea typeface="Noto Sans KR"/>
              </a:rPr>
              <a:t>TypeScript, jsonld.js,</a:t>
            </a:r>
          </a:p>
          <a:p>
            <a:pPr algn="ctr"/>
            <a:r>
              <a:rPr lang="ko-KR" altLang="en-US" sz="1100" b="0" dirty="0">
                <a:solidFill>
                  <a:srgbClr val="5B6577"/>
                </a:solidFill>
                <a:latin typeface="Noto Sans KR"/>
                <a:ea typeface="Noto Sans KR"/>
              </a:rPr>
              <a:t>did-resolver</a:t>
            </a:r>
          </a:p>
        </p:txBody>
      </p:sp>
      <p:sp>
        <p:nvSpPr>
          <p:cNvPr id="207" name="Text 207"/>
          <p:cNvSpPr/>
          <p:nvPr/>
        </p:nvSpPr>
        <p:spPr>
          <a:xfrm>
            <a:off x="3337560" y="5349240"/>
            <a:ext cx="4983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100" b="0" dirty="0">
                <a:solidFill>
                  <a:srgbClr val="5B6577"/>
                </a:solidFill>
                <a:latin typeface="Noto Sans KR"/>
                <a:ea typeface="Noto Sans KR"/>
              </a:rPr>
              <a:t>GitHub Actions 기반 배포 자동화</a:t>
            </a:r>
          </a:p>
        </p:txBody>
      </p:sp>
      <p:cxnSp>
        <p:nvCxnSpPr>
          <p:cNvPr id="208" name="Arrow 208"/>
          <p:cNvCxnSpPr/>
          <p:nvPr/>
        </p:nvCxnSpPr>
        <p:spPr>
          <a:xfrm>
            <a:off x="5829300" y="2633472"/>
            <a:ext cx="0" cy="265176"/>
          </a:xfrm>
          <a:prstGeom prst="line">
            <a:avLst/>
          </a:prstGeom>
          <a:ln w="22225">
            <a:solidFill>
              <a:srgbClr val="5B6577"/>
            </a:solidFill>
            <a:headEnd type="triangle" w="med" len="med"/>
            <a:tailEnd type="triangle" w="med" len="med"/>
          </a:ln>
        </p:spPr>
      </p:cxnSp>
      <p:sp>
        <p:nvSpPr>
          <p:cNvPr id="209" name="Text 209"/>
          <p:cNvSpPr/>
          <p:nvPr/>
        </p:nvSpPr>
        <p:spPr>
          <a:xfrm>
            <a:off x="5920740" y="2651760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000" b="0" dirty="0">
                <a:solidFill>
                  <a:srgbClr val="5B6577"/>
                </a:solidFill>
                <a:latin typeface="Noto Sans KR"/>
                <a:ea typeface="Noto Sans KR"/>
              </a:rPr>
              <a:t>REST API</a:t>
            </a:r>
          </a:p>
        </p:txBody>
      </p:sp>
      <p:cxnSp>
        <p:nvCxnSpPr>
          <p:cNvPr id="210" name="Arrow 210"/>
          <p:cNvCxnSpPr/>
          <p:nvPr/>
        </p:nvCxnSpPr>
        <p:spPr>
          <a:xfrm>
            <a:off x="4549140" y="3867912"/>
            <a:ext cx="0" cy="265176"/>
          </a:xfrm>
          <a:prstGeom prst="line">
            <a:avLst/>
          </a:prstGeom>
          <a:ln w="22225">
            <a:solidFill>
              <a:srgbClr val="5B6577"/>
            </a:solidFill>
            <a:headEnd type="triangle" w="med" len="med"/>
            <a:tailEnd type="triangle" w="med" len="med"/>
          </a:ln>
        </p:spPr>
      </p:cxnSp>
      <p:sp>
        <p:nvSpPr>
          <p:cNvPr id="211" name="Text 211"/>
          <p:cNvSpPr/>
          <p:nvPr/>
        </p:nvSpPr>
        <p:spPr>
          <a:xfrm>
            <a:off x="4640580" y="3886200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000" b="0" dirty="0">
                <a:solidFill>
                  <a:srgbClr val="5B6577"/>
                </a:solidFill>
                <a:latin typeface="Noto Sans KR"/>
                <a:ea typeface="Noto Sans KR"/>
              </a:rPr>
              <a:t>AI 요청</a:t>
            </a:r>
          </a:p>
        </p:txBody>
      </p:sp>
      <p:cxnSp>
        <p:nvCxnSpPr>
          <p:cNvPr id="212" name="Arrow 212"/>
          <p:cNvCxnSpPr/>
          <p:nvPr/>
        </p:nvCxnSpPr>
        <p:spPr>
          <a:xfrm>
            <a:off x="7109460" y="3867912"/>
            <a:ext cx="0" cy="265176"/>
          </a:xfrm>
          <a:prstGeom prst="line">
            <a:avLst/>
          </a:prstGeom>
          <a:ln w="22225">
            <a:solidFill>
              <a:srgbClr val="5B6577"/>
            </a:solidFill>
            <a:headEnd type="triangle" w="med" len="med"/>
            <a:tailEnd type="triangle" w="med" len="med"/>
          </a:ln>
        </p:spPr>
      </p:cxnSp>
      <p:sp>
        <p:nvSpPr>
          <p:cNvPr id="213" name="Text 213"/>
          <p:cNvSpPr/>
          <p:nvPr/>
        </p:nvSpPr>
        <p:spPr>
          <a:xfrm>
            <a:off x="7200900" y="3886200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000" b="0" dirty="0">
                <a:solidFill>
                  <a:srgbClr val="5B6577"/>
                </a:solidFill>
                <a:latin typeface="Noto Sans KR"/>
                <a:ea typeface="Noto Sans KR"/>
              </a:rPr>
              <a:t>검증 요청</a:t>
            </a:r>
          </a:p>
        </p:txBody>
      </p:sp>
      <p:sp>
        <p:nvSpPr>
          <p:cNvPr id="214" name="Box 214"/>
          <p:cNvSpPr/>
          <p:nvPr/>
        </p:nvSpPr>
        <p:spPr>
          <a:xfrm>
            <a:off x="548640" y="169164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9525">
            <a:solidFill>
              <a:srgbClr val="D5D9DF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222222"/>
                </a:solidFill>
                <a:latin typeface="Noto Sans KR"/>
                <a:ea typeface="Noto Sans KR"/>
              </a:rPr>
              <a:t>사용자</a:t>
            </a:r>
          </a:p>
          <a:p>
            <a:pPr algn="ctr"/>
            <a:r>
              <a:rPr lang="ko-KR" altLang="en-US" sz="1100" b="0" dirty="0">
                <a:solidFill>
                  <a:srgbClr val="5B6577"/>
                </a:solidFill>
                <a:latin typeface="Noto Sans KR"/>
                <a:ea typeface="Noto Sans KR"/>
              </a:rPr>
              <a:t>구직자 · 기업 담당자</a:t>
            </a:r>
          </a:p>
        </p:txBody>
      </p:sp>
      <p:sp>
        <p:nvSpPr>
          <p:cNvPr id="215" name="Box 215"/>
          <p:cNvSpPr/>
          <p:nvPr/>
        </p:nvSpPr>
        <p:spPr>
          <a:xfrm>
            <a:off x="548640" y="4160520"/>
            <a:ext cx="2148840" cy="105156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9525">
            <a:solidFill>
              <a:srgbClr val="D5D9DF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222222"/>
                </a:solidFill>
                <a:latin typeface="Noto Sans KR"/>
                <a:ea typeface="Noto Sans KR"/>
              </a:rPr>
              <a:t>LLM 에이전트</a:t>
            </a:r>
          </a:p>
          <a:p>
            <a:pPr algn="ctr"/>
            <a:r>
              <a:rPr lang="ko-KR" altLang="en-US" sz="1100" b="0" dirty="0">
                <a:solidFill>
                  <a:srgbClr val="5B6577"/>
                </a:solidFill>
                <a:latin typeface="Noto Sans KR"/>
                <a:ea typeface="Noto Sans KR"/>
              </a:rPr>
              <a:t>MCP로 지갑 조회</a:t>
            </a:r>
          </a:p>
        </p:txBody>
      </p:sp>
      <p:cxnSp>
        <p:nvCxnSpPr>
          <p:cNvPr id="216" name="Arrow 216"/>
          <p:cNvCxnSpPr/>
          <p:nvPr/>
        </p:nvCxnSpPr>
        <p:spPr>
          <a:xfrm>
            <a:off x="2724912" y="2148840"/>
            <a:ext cx="630936" cy="0"/>
          </a:xfrm>
          <a:prstGeom prst="line">
            <a:avLst/>
          </a:prstGeom>
          <a:ln w="22225">
            <a:solidFill>
              <a:srgbClr val="5B6577"/>
            </a:solidFill>
            <a:headEnd type="triangle" w="med" len="med"/>
            <a:tailEnd type="triangle" w="med" len="med"/>
          </a:ln>
        </p:spPr>
      </p:cxnSp>
      <p:sp>
        <p:nvSpPr>
          <p:cNvPr id="217" name="Text 217"/>
          <p:cNvSpPr/>
          <p:nvPr/>
        </p:nvSpPr>
        <p:spPr>
          <a:xfrm>
            <a:off x="2715768" y="1847088"/>
            <a:ext cx="42062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0" dirty="0">
                <a:solidFill>
                  <a:srgbClr val="5B6577"/>
                </a:solidFill>
                <a:latin typeface="Noto Sans KR"/>
                <a:ea typeface="Noto Sans KR"/>
              </a:rPr>
              <a:t>웹 UI</a:t>
            </a:r>
          </a:p>
        </p:txBody>
      </p:sp>
      <p:cxnSp>
        <p:nvCxnSpPr>
          <p:cNvPr id="218" name="Arrow 218"/>
          <p:cNvCxnSpPr/>
          <p:nvPr/>
        </p:nvCxnSpPr>
        <p:spPr>
          <a:xfrm>
            <a:off x="2724912" y="4681728"/>
            <a:ext cx="630936" cy="0"/>
          </a:xfrm>
          <a:prstGeom prst="line">
            <a:avLst/>
          </a:prstGeom>
          <a:ln w="22225">
            <a:solidFill>
              <a:srgbClr val="5B6577"/>
            </a:solidFill>
            <a:headEnd type="triangle" w="med" len="med"/>
            <a:tailEnd type="triangle" w="med" len="med"/>
          </a:ln>
        </p:spPr>
      </p:cxnSp>
      <p:sp>
        <p:nvSpPr>
          <p:cNvPr id="219" name="Text 219"/>
          <p:cNvSpPr/>
          <p:nvPr/>
        </p:nvSpPr>
        <p:spPr>
          <a:xfrm>
            <a:off x="2715768" y="4379976"/>
            <a:ext cx="42062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0" dirty="0">
                <a:solidFill>
                  <a:srgbClr val="5B6577"/>
                </a:solidFill>
                <a:latin typeface="Noto Sans KR"/>
                <a:ea typeface="Noto Sans KR"/>
              </a:rPr>
              <a:t>MCP</a:t>
            </a:r>
          </a:p>
        </p:txBody>
      </p:sp>
      <p:sp>
        <p:nvSpPr>
          <p:cNvPr id="220" name="Box 220"/>
          <p:cNvSpPr/>
          <p:nvPr/>
        </p:nvSpPr>
        <p:spPr>
          <a:xfrm>
            <a:off x="9281160" y="1691640"/>
            <a:ext cx="2377440" cy="219456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9525">
            <a:solidFill>
              <a:srgbClr val="D5D9DF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endParaRPr lang="ko-KR"/>
          </a:p>
        </p:txBody>
      </p:sp>
      <p:sp>
        <p:nvSpPr>
          <p:cNvPr id="221" name="Text 221"/>
          <p:cNvSpPr/>
          <p:nvPr/>
        </p:nvSpPr>
        <p:spPr>
          <a:xfrm>
            <a:off x="9372600" y="17373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5B6577"/>
                </a:solidFill>
                <a:latin typeface="Noto Sans KR"/>
                <a:ea typeface="Noto Sans KR"/>
              </a:rPr>
              <a:t>데이터베이스</a:t>
            </a:r>
          </a:p>
        </p:txBody>
      </p:sp>
      <p:sp>
        <p:nvSpPr>
          <p:cNvPr id="222" name="Box 222"/>
          <p:cNvSpPr/>
          <p:nvPr/>
        </p:nvSpPr>
        <p:spPr>
          <a:xfrm>
            <a:off x="9418320" y="205740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9AA3B2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222222"/>
                </a:solidFill>
                <a:latin typeface="Noto Sans KR"/>
                <a:ea typeface="Noto Sans KR"/>
              </a:rPr>
              <a:t>PostgreSQL</a:t>
            </a:r>
          </a:p>
          <a:p>
            <a:pPr algn="ctr"/>
            <a:r>
              <a:rPr lang="ko-KR" altLang="en-US" sz="1100" b="0" dirty="0">
                <a:solidFill>
                  <a:srgbClr val="5B6577"/>
                </a:solidFill>
                <a:latin typeface="Noto Sans KR"/>
                <a:ea typeface="Noto Sans KR"/>
              </a:rPr>
              <a:t>관계형 · 사용자 메타데이터</a:t>
            </a:r>
          </a:p>
        </p:txBody>
      </p:sp>
      <p:sp>
        <p:nvSpPr>
          <p:cNvPr id="223" name="Box 223"/>
          <p:cNvSpPr/>
          <p:nvPr/>
        </p:nvSpPr>
        <p:spPr>
          <a:xfrm>
            <a:off x="9418320" y="297180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9AA3B2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222222"/>
                </a:solidFill>
                <a:latin typeface="Noto Sans KR"/>
                <a:ea typeface="Noto Sans KR"/>
              </a:rPr>
              <a:t>벡터 DB (pgvector)</a:t>
            </a:r>
          </a:p>
          <a:p>
            <a:pPr algn="ctr"/>
            <a:r>
              <a:rPr lang="ko-KR" altLang="en-US" sz="1100" b="0" dirty="0">
                <a:solidFill>
                  <a:srgbClr val="5B6577"/>
                </a:solidFill>
                <a:latin typeface="Noto Sans KR"/>
                <a:ea typeface="Noto Sans KR"/>
              </a:rPr>
              <a:t>역량 임베딩 · 유사도 검색</a:t>
            </a:r>
          </a:p>
        </p:txBody>
      </p:sp>
      <p:sp>
        <p:nvSpPr>
          <p:cNvPr id="224" name="Box 224"/>
          <p:cNvSpPr/>
          <p:nvPr/>
        </p:nvSpPr>
        <p:spPr>
          <a:xfrm>
            <a:off x="9281160" y="4160520"/>
            <a:ext cx="2377440" cy="1051560"/>
          </a:xfrm>
          <a:prstGeom prst="roundRect">
            <a:avLst>
              <a:gd name="adj" fmla="val 10000"/>
            </a:avLst>
          </a:prstGeom>
          <a:solidFill>
            <a:srgbClr val="E8EAF3"/>
          </a:solidFill>
          <a:ln w="9525">
            <a:solidFill>
              <a:srgbClr val="1E2761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222222"/>
                </a:solidFill>
                <a:latin typeface="Noto Sans KR"/>
                <a:ea typeface="Noto Sans KR"/>
              </a:rPr>
              <a:t>DX Ledger 테스트넷</a:t>
            </a:r>
          </a:p>
          <a:p>
            <a:pPr algn="ctr"/>
            <a:r>
              <a:rPr lang="ko-KR" altLang="en-US" sz="1100" b="0" dirty="0">
                <a:solidFill>
                  <a:srgbClr val="5B6577"/>
                </a:solidFill>
                <a:latin typeface="Noto Sans KR"/>
                <a:ea typeface="Noto Sans KR"/>
              </a:rPr>
              <a:t>기업 제공</a:t>
            </a:r>
            <a:r>
              <a:rPr lang="ko-KR" altLang="en-US" sz="1100" dirty="0">
                <a:solidFill>
                  <a:srgbClr val="5B6577"/>
                </a:solidFill>
                <a:latin typeface="Noto Sans KR"/>
                <a:ea typeface="Noto Sans KR"/>
              </a:rPr>
              <a:t>하는 </a:t>
            </a:r>
            <a:r>
              <a:rPr lang="ko-KR" altLang="en-US" sz="1100" b="0" dirty="0">
                <a:solidFill>
                  <a:srgbClr val="5B6577"/>
                </a:solidFill>
                <a:latin typeface="Noto Sans KR"/>
                <a:ea typeface="Noto Sans KR"/>
              </a:rPr>
              <a:t>샘플 VC</a:t>
            </a:r>
          </a:p>
        </p:txBody>
      </p:sp>
      <p:cxnSp>
        <p:nvCxnSpPr>
          <p:cNvPr id="225" name="Arrow 225"/>
          <p:cNvCxnSpPr/>
          <p:nvPr/>
        </p:nvCxnSpPr>
        <p:spPr>
          <a:xfrm>
            <a:off x="8302752" y="3383280"/>
            <a:ext cx="950976" cy="0"/>
          </a:xfrm>
          <a:prstGeom prst="line">
            <a:avLst/>
          </a:prstGeom>
          <a:ln w="22225">
            <a:solidFill>
              <a:srgbClr val="5B6577"/>
            </a:solidFill>
            <a:headEnd type="triangle" w="med" len="med"/>
            <a:tailEnd type="triangle" w="med" len="med"/>
          </a:ln>
        </p:spPr>
      </p:cxnSp>
      <p:sp>
        <p:nvSpPr>
          <p:cNvPr id="226" name="Text 226"/>
          <p:cNvSpPr/>
          <p:nvPr/>
        </p:nvSpPr>
        <p:spPr>
          <a:xfrm>
            <a:off x="8503920" y="3090672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0" dirty="0">
                <a:solidFill>
                  <a:srgbClr val="5B6577"/>
                </a:solidFill>
                <a:latin typeface="Noto Sans KR"/>
                <a:ea typeface="Noto Sans KR"/>
              </a:rPr>
              <a:t>저장 · 조회</a:t>
            </a:r>
          </a:p>
        </p:txBody>
      </p:sp>
      <p:cxnSp>
        <p:nvCxnSpPr>
          <p:cNvPr id="227" name="Arrow 227"/>
          <p:cNvCxnSpPr/>
          <p:nvPr/>
        </p:nvCxnSpPr>
        <p:spPr>
          <a:xfrm>
            <a:off x="8302752" y="4681728"/>
            <a:ext cx="950976" cy="0"/>
          </a:xfrm>
          <a:prstGeom prst="line">
            <a:avLst/>
          </a:prstGeom>
          <a:ln w="22225">
            <a:solidFill>
              <a:srgbClr val="5B6577"/>
            </a:solidFill>
            <a:headEnd type="triangle" w="med" len="med"/>
            <a:tailEnd type="triangle" w="med" len="med"/>
          </a:ln>
        </p:spPr>
      </p:cxnSp>
      <p:sp>
        <p:nvSpPr>
          <p:cNvPr id="228" name="Text 228"/>
          <p:cNvSpPr/>
          <p:nvPr/>
        </p:nvSpPr>
        <p:spPr>
          <a:xfrm>
            <a:off x="8503920" y="4379976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0" dirty="0">
                <a:solidFill>
                  <a:srgbClr val="5B6577"/>
                </a:solidFill>
                <a:latin typeface="Noto Sans KR"/>
                <a:ea typeface="Noto Sans KR"/>
              </a:rPr>
              <a:t>DID 검증</a:t>
            </a:r>
          </a:p>
        </p:txBody>
      </p:sp>
    </p:spTree>
    <p:extLst>
      <p:ext uri="{BB962C8B-B14F-4D97-AF65-F5344CB8AC3E}">
        <p14:creationId xmlns:p14="http://schemas.microsoft.com/office/powerpoint/2010/main" val="1931945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35423-4BD9-95D5-C16C-740DECE71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F8AB5CB2-7D78-6560-F635-6DF0A521B571}"/>
              </a:ext>
            </a:extLst>
          </p:cNvPr>
          <p:cNvGrpSpPr/>
          <p:nvPr/>
        </p:nvGrpSpPr>
        <p:grpSpPr>
          <a:xfrm>
            <a:off x="3257217" y="374448"/>
            <a:ext cx="5677566" cy="582688"/>
            <a:chOff x="3257217" y="374448"/>
            <a:chExt cx="5677566" cy="582688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D597B57-BFC7-FC8E-56B9-096B5E9B1837}"/>
                </a:ext>
              </a:extLst>
            </p:cNvPr>
            <p:cNvSpPr txBox="1"/>
            <p:nvPr/>
          </p:nvSpPr>
          <p:spPr>
            <a:xfrm>
              <a:off x="3257217" y="374448"/>
              <a:ext cx="56775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240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</a:lstStyle>
            <a:p>
              <a:r>
                <a:rPr lang="ko-KR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추진 일정 및 회의 방법</a:t>
              </a: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F6FEDFFB-E3EA-4DE0-4072-3317C0962711}"/>
                </a:ext>
              </a:extLst>
            </p:cNvPr>
            <p:cNvCxnSpPr/>
            <p:nvPr/>
          </p:nvCxnSpPr>
          <p:spPr>
            <a:xfrm>
              <a:off x="3302000" y="957136"/>
              <a:ext cx="5588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735FAD28-A288-7B47-9D22-1937CE886D97}"/>
              </a:ext>
            </a:extLst>
          </p:cNvPr>
          <p:cNvSpPr txBox="1"/>
          <p:nvPr/>
        </p:nvSpPr>
        <p:spPr>
          <a:xfrm>
            <a:off x="10661650" y="6481636"/>
            <a:ext cx="146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7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1" name="Box 201"/>
          <p:cNvSpPr/>
          <p:nvPr/>
        </p:nvSpPr>
        <p:spPr>
          <a:xfrm>
            <a:off x="640080" y="1234440"/>
            <a:ext cx="3429000" cy="67665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ko-KR" altLang="en-US" sz="1300" b="1" dirty="0">
                <a:solidFill>
                  <a:srgbClr val="FFFFFF"/>
                </a:solidFill>
                <a:latin typeface="Noto Sans KR"/>
                <a:ea typeface="Noto Sans KR"/>
              </a:rPr>
              <a:t>추진 내용</a:t>
            </a:r>
          </a:p>
        </p:txBody>
      </p:sp>
      <p:sp>
        <p:nvSpPr>
          <p:cNvPr id="202" name="Box 202"/>
          <p:cNvSpPr/>
          <p:nvPr/>
        </p:nvSpPr>
        <p:spPr>
          <a:xfrm>
            <a:off x="4206240" y="1234440"/>
            <a:ext cx="1828800" cy="384048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solidFill>
              <a:srgbClr val="FFFFFF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ko-KR" altLang="en-US" sz="1300" b="1" dirty="0">
                <a:solidFill>
                  <a:srgbClr val="FFFFFF"/>
                </a:solidFill>
                <a:latin typeface="Noto Sans KR"/>
                <a:ea typeface="Noto Sans KR"/>
              </a:rPr>
              <a:t>9월</a:t>
            </a:r>
          </a:p>
        </p:txBody>
      </p:sp>
      <p:sp>
        <p:nvSpPr>
          <p:cNvPr id="203" name="Box 203"/>
          <p:cNvSpPr/>
          <p:nvPr/>
        </p:nvSpPr>
        <p:spPr>
          <a:xfrm>
            <a:off x="4206240" y="1618488"/>
            <a:ext cx="457200" cy="292608"/>
          </a:xfrm>
          <a:prstGeom prst="rect">
            <a:avLst/>
          </a:prstGeom>
          <a:solidFill>
            <a:srgbClr val="E9ECE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0" dirty="0">
                <a:solidFill>
                  <a:srgbClr val="222222"/>
                </a:solidFill>
                <a:latin typeface="Noto Sans KR"/>
                <a:ea typeface="Noto Sans KR"/>
              </a:rPr>
              <a:t>1주</a:t>
            </a:r>
          </a:p>
        </p:txBody>
      </p:sp>
      <p:sp>
        <p:nvSpPr>
          <p:cNvPr id="204" name="Box 204"/>
          <p:cNvSpPr/>
          <p:nvPr/>
        </p:nvSpPr>
        <p:spPr>
          <a:xfrm>
            <a:off x="4663440" y="1618488"/>
            <a:ext cx="457200" cy="292608"/>
          </a:xfrm>
          <a:prstGeom prst="rect">
            <a:avLst/>
          </a:prstGeom>
          <a:solidFill>
            <a:srgbClr val="E9ECE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0" dirty="0">
                <a:solidFill>
                  <a:srgbClr val="222222"/>
                </a:solidFill>
                <a:latin typeface="Noto Sans KR"/>
                <a:ea typeface="Noto Sans KR"/>
              </a:rPr>
              <a:t>2주</a:t>
            </a:r>
          </a:p>
        </p:txBody>
      </p:sp>
      <p:sp>
        <p:nvSpPr>
          <p:cNvPr id="205" name="Box 205"/>
          <p:cNvSpPr/>
          <p:nvPr/>
        </p:nvSpPr>
        <p:spPr>
          <a:xfrm>
            <a:off x="5120640" y="1618488"/>
            <a:ext cx="457200" cy="292608"/>
          </a:xfrm>
          <a:prstGeom prst="rect">
            <a:avLst/>
          </a:prstGeom>
          <a:solidFill>
            <a:srgbClr val="E9ECE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0" dirty="0">
                <a:solidFill>
                  <a:srgbClr val="222222"/>
                </a:solidFill>
                <a:latin typeface="Noto Sans KR"/>
                <a:ea typeface="Noto Sans KR"/>
              </a:rPr>
              <a:t>3주</a:t>
            </a:r>
          </a:p>
        </p:txBody>
      </p:sp>
      <p:sp>
        <p:nvSpPr>
          <p:cNvPr id="206" name="Box 206"/>
          <p:cNvSpPr/>
          <p:nvPr/>
        </p:nvSpPr>
        <p:spPr>
          <a:xfrm>
            <a:off x="5577840" y="1618488"/>
            <a:ext cx="457200" cy="292608"/>
          </a:xfrm>
          <a:prstGeom prst="rect">
            <a:avLst/>
          </a:prstGeom>
          <a:solidFill>
            <a:srgbClr val="E9ECE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0" dirty="0">
                <a:solidFill>
                  <a:srgbClr val="222222"/>
                </a:solidFill>
                <a:latin typeface="Noto Sans KR"/>
                <a:ea typeface="Noto Sans KR"/>
              </a:rPr>
              <a:t>4주</a:t>
            </a:r>
          </a:p>
        </p:txBody>
      </p:sp>
      <p:sp>
        <p:nvSpPr>
          <p:cNvPr id="207" name="Box 207"/>
          <p:cNvSpPr/>
          <p:nvPr/>
        </p:nvSpPr>
        <p:spPr>
          <a:xfrm>
            <a:off x="6035040" y="1234440"/>
            <a:ext cx="1828800" cy="384048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solidFill>
              <a:srgbClr val="FFFFFF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ko-KR" altLang="en-US" sz="1300" b="1" dirty="0">
                <a:solidFill>
                  <a:srgbClr val="FFFFFF"/>
                </a:solidFill>
                <a:latin typeface="Noto Sans KR"/>
                <a:ea typeface="Noto Sans KR"/>
              </a:rPr>
              <a:t>10월</a:t>
            </a:r>
          </a:p>
        </p:txBody>
      </p:sp>
      <p:sp>
        <p:nvSpPr>
          <p:cNvPr id="208" name="Box 208"/>
          <p:cNvSpPr/>
          <p:nvPr/>
        </p:nvSpPr>
        <p:spPr>
          <a:xfrm>
            <a:off x="6035040" y="1618488"/>
            <a:ext cx="457200" cy="292608"/>
          </a:xfrm>
          <a:prstGeom prst="rect">
            <a:avLst/>
          </a:prstGeom>
          <a:solidFill>
            <a:srgbClr val="E9ECE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0" dirty="0">
                <a:solidFill>
                  <a:srgbClr val="222222"/>
                </a:solidFill>
                <a:latin typeface="Noto Sans KR"/>
                <a:ea typeface="Noto Sans KR"/>
              </a:rPr>
              <a:t>1주</a:t>
            </a:r>
          </a:p>
        </p:txBody>
      </p:sp>
      <p:sp>
        <p:nvSpPr>
          <p:cNvPr id="209" name="Box 209"/>
          <p:cNvSpPr/>
          <p:nvPr/>
        </p:nvSpPr>
        <p:spPr>
          <a:xfrm>
            <a:off x="6492240" y="1618488"/>
            <a:ext cx="457200" cy="292608"/>
          </a:xfrm>
          <a:prstGeom prst="rect">
            <a:avLst/>
          </a:prstGeom>
          <a:solidFill>
            <a:srgbClr val="E9ECE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0" dirty="0">
                <a:solidFill>
                  <a:srgbClr val="222222"/>
                </a:solidFill>
                <a:latin typeface="Noto Sans KR"/>
                <a:ea typeface="Noto Sans KR"/>
              </a:rPr>
              <a:t>2주</a:t>
            </a:r>
          </a:p>
        </p:txBody>
      </p:sp>
      <p:sp>
        <p:nvSpPr>
          <p:cNvPr id="210" name="Box 210"/>
          <p:cNvSpPr/>
          <p:nvPr/>
        </p:nvSpPr>
        <p:spPr>
          <a:xfrm>
            <a:off x="6949440" y="1618488"/>
            <a:ext cx="457200" cy="292608"/>
          </a:xfrm>
          <a:prstGeom prst="rect">
            <a:avLst/>
          </a:prstGeom>
          <a:solidFill>
            <a:srgbClr val="E9ECE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0" dirty="0">
                <a:solidFill>
                  <a:srgbClr val="222222"/>
                </a:solidFill>
                <a:latin typeface="Noto Sans KR"/>
                <a:ea typeface="Noto Sans KR"/>
              </a:rPr>
              <a:t>3주</a:t>
            </a:r>
          </a:p>
        </p:txBody>
      </p:sp>
      <p:sp>
        <p:nvSpPr>
          <p:cNvPr id="211" name="Box 211"/>
          <p:cNvSpPr/>
          <p:nvPr/>
        </p:nvSpPr>
        <p:spPr>
          <a:xfrm>
            <a:off x="7406640" y="1618488"/>
            <a:ext cx="457200" cy="292608"/>
          </a:xfrm>
          <a:prstGeom prst="rect">
            <a:avLst/>
          </a:prstGeom>
          <a:solidFill>
            <a:srgbClr val="E9ECE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0" dirty="0">
                <a:solidFill>
                  <a:srgbClr val="222222"/>
                </a:solidFill>
                <a:latin typeface="Noto Sans KR"/>
                <a:ea typeface="Noto Sans KR"/>
              </a:rPr>
              <a:t>4주</a:t>
            </a:r>
          </a:p>
        </p:txBody>
      </p:sp>
      <p:sp>
        <p:nvSpPr>
          <p:cNvPr id="212" name="Box 212"/>
          <p:cNvSpPr/>
          <p:nvPr/>
        </p:nvSpPr>
        <p:spPr>
          <a:xfrm>
            <a:off x="7863840" y="1234440"/>
            <a:ext cx="1828800" cy="384048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solidFill>
              <a:srgbClr val="FFFFFF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ko-KR" altLang="en-US" sz="1300" b="1" dirty="0">
                <a:solidFill>
                  <a:srgbClr val="FFFFFF"/>
                </a:solidFill>
                <a:latin typeface="Noto Sans KR"/>
                <a:ea typeface="Noto Sans KR"/>
              </a:rPr>
              <a:t>11월</a:t>
            </a:r>
          </a:p>
        </p:txBody>
      </p:sp>
      <p:sp>
        <p:nvSpPr>
          <p:cNvPr id="213" name="Box 213"/>
          <p:cNvSpPr/>
          <p:nvPr/>
        </p:nvSpPr>
        <p:spPr>
          <a:xfrm>
            <a:off x="7863840" y="1618488"/>
            <a:ext cx="457200" cy="292608"/>
          </a:xfrm>
          <a:prstGeom prst="rect">
            <a:avLst/>
          </a:prstGeom>
          <a:solidFill>
            <a:srgbClr val="E9ECE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0" dirty="0">
                <a:solidFill>
                  <a:srgbClr val="222222"/>
                </a:solidFill>
                <a:latin typeface="Noto Sans KR"/>
                <a:ea typeface="Noto Sans KR"/>
              </a:rPr>
              <a:t>1주</a:t>
            </a:r>
          </a:p>
        </p:txBody>
      </p:sp>
      <p:sp>
        <p:nvSpPr>
          <p:cNvPr id="214" name="Box 214"/>
          <p:cNvSpPr/>
          <p:nvPr/>
        </p:nvSpPr>
        <p:spPr>
          <a:xfrm>
            <a:off x="8321040" y="1618488"/>
            <a:ext cx="457200" cy="292608"/>
          </a:xfrm>
          <a:prstGeom prst="rect">
            <a:avLst/>
          </a:prstGeom>
          <a:solidFill>
            <a:srgbClr val="E9ECE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0" dirty="0">
                <a:solidFill>
                  <a:srgbClr val="222222"/>
                </a:solidFill>
                <a:latin typeface="Noto Sans KR"/>
                <a:ea typeface="Noto Sans KR"/>
              </a:rPr>
              <a:t>2주</a:t>
            </a:r>
          </a:p>
        </p:txBody>
      </p:sp>
      <p:sp>
        <p:nvSpPr>
          <p:cNvPr id="215" name="Box 215"/>
          <p:cNvSpPr/>
          <p:nvPr/>
        </p:nvSpPr>
        <p:spPr>
          <a:xfrm>
            <a:off x="8778240" y="1618488"/>
            <a:ext cx="457200" cy="292608"/>
          </a:xfrm>
          <a:prstGeom prst="rect">
            <a:avLst/>
          </a:prstGeom>
          <a:solidFill>
            <a:srgbClr val="E9ECE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0" dirty="0">
                <a:solidFill>
                  <a:srgbClr val="222222"/>
                </a:solidFill>
                <a:latin typeface="Noto Sans KR"/>
                <a:ea typeface="Noto Sans KR"/>
              </a:rPr>
              <a:t>3주</a:t>
            </a:r>
          </a:p>
        </p:txBody>
      </p:sp>
      <p:sp>
        <p:nvSpPr>
          <p:cNvPr id="216" name="Box 216"/>
          <p:cNvSpPr/>
          <p:nvPr/>
        </p:nvSpPr>
        <p:spPr>
          <a:xfrm>
            <a:off x="9235440" y="1618488"/>
            <a:ext cx="457200" cy="292608"/>
          </a:xfrm>
          <a:prstGeom prst="rect">
            <a:avLst/>
          </a:prstGeom>
          <a:solidFill>
            <a:srgbClr val="E9ECE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0" dirty="0">
                <a:solidFill>
                  <a:srgbClr val="222222"/>
                </a:solidFill>
                <a:latin typeface="Noto Sans KR"/>
                <a:ea typeface="Noto Sans KR"/>
              </a:rPr>
              <a:t>4주</a:t>
            </a:r>
          </a:p>
        </p:txBody>
      </p:sp>
      <p:sp>
        <p:nvSpPr>
          <p:cNvPr id="217" name="Box 217"/>
          <p:cNvSpPr/>
          <p:nvPr/>
        </p:nvSpPr>
        <p:spPr>
          <a:xfrm>
            <a:off x="9692640" y="1234440"/>
            <a:ext cx="1828800" cy="384048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solidFill>
              <a:srgbClr val="FFFFFF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ko-KR" altLang="en-US" sz="1300" b="1" dirty="0">
                <a:solidFill>
                  <a:srgbClr val="FFFFFF"/>
                </a:solidFill>
                <a:latin typeface="Noto Sans KR"/>
                <a:ea typeface="Noto Sans KR"/>
              </a:rPr>
              <a:t>12월</a:t>
            </a:r>
          </a:p>
        </p:txBody>
      </p:sp>
      <p:sp>
        <p:nvSpPr>
          <p:cNvPr id="218" name="Box 218"/>
          <p:cNvSpPr/>
          <p:nvPr/>
        </p:nvSpPr>
        <p:spPr>
          <a:xfrm>
            <a:off x="9692640" y="1618488"/>
            <a:ext cx="457200" cy="292608"/>
          </a:xfrm>
          <a:prstGeom prst="rect">
            <a:avLst/>
          </a:prstGeom>
          <a:solidFill>
            <a:srgbClr val="E9ECE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0" dirty="0">
                <a:solidFill>
                  <a:srgbClr val="222222"/>
                </a:solidFill>
                <a:latin typeface="Noto Sans KR"/>
                <a:ea typeface="Noto Sans KR"/>
              </a:rPr>
              <a:t>1주</a:t>
            </a:r>
          </a:p>
        </p:txBody>
      </p:sp>
      <p:sp>
        <p:nvSpPr>
          <p:cNvPr id="219" name="Box 219"/>
          <p:cNvSpPr/>
          <p:nvPr/>
        </p:nvSpPr>
        <p:spPr>
          <a:xfrm>
            <a:off x="10149840" y="1618488"/>
            <a:ext cx="457200" cy="292608"/>
          </a:xfrm>
          <a:prstGeom prst="rect">
            <a:avLst/>
          </a:prstGeom>
          <a:solidFill>
            <a:srgbClr val="E9ECE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0" dirty="0">
                <a:solidFill>
                  <a:srgbClr val="222222"/>
                </a:solidFill>
                <a:latin typeface="Noto Sans KR"/>
                <a:ea typeface="Noto Sans KR"/>
              </a:rPr>
              <a:t>2주</a:t>
            </a:r>
          </a:p>
        </p:txBody>
      </p:sp>
      <p:sp>
        <p:nvSpPr>
          <p:cNvPr id="220" name="Box 220"/>
          <p:cNvSpPr/>
          <p:nvPr/>
        </p:nvSpPr>
        <p:spPr>
          <a:xfrm>
            <a:off x="10607040" y="1618488"/>
            <a:ext cx="457200" cy="292608"/>
          </a:xfrm>
          <a:prstGeom prst="rect">
            <a:avLst/>
          </a:prstGeom>
          <a:solidFill>
            <a:srgbClr val="E9ECE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0" dirty="0">
                <a:solidFill>
                  <a:srgbClr val="222222"/>
                </a:solidFill>
                <a:latin typeface="Noto Sans KR"/>
                <a:ea typeface="Noto Sans KR"/>
              </a:rPr>
              <a:t>3주</a:t>
            </a:r>
          </a:p>
        </p:txBody>
      </p:sp>
      <p:sp>
        <p:nvSpPr>
          <p:cNvPr id="221" name="Box 221"/>
          <p:cNvSpPr/>
          <p:nvPr/>
        </p:nvSpPr>
        <p:spPr>
          <a:xfrm>
            <a:off x="11064240" y="1618488"/>
            <a:ext cx="457200" cy="292608"/>
          </a:xfrm>
          <a:prstGeom prst="rect">
            <a:avLst/>
          </a:prstGeom>
          <a:solidFill>
            <a:srgbClr val="E9ECE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0" dirty="0">
                <a:solidFill>
                  <a:srgbClr val="222222"/>
                </a:solidFill>
                <a:latin typeface="Noto Sans KR"/>
                <a:ea typeface="Noto Sans KR"/>
              </a:rPr>
              <a:t>4주</a:t>
            </a:r>
          </a:p>
        </p:txBody>
      </p:sp>
      <p:sp>
        <p:nvSpPr>
          <p:cNvPr id="222" name="Box 222"/>
          <p:cNvSpPr/>
          <p:nvPr/>
        </p:nvSpPr>
        <p:spPr>
          <a:xfrm>
            <a:off x="6035040" y="1911096"/>
            <a:ext cx="1828800" cy="3401568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endParaRPr lang="ko-KR"/>
          </a:p>
        </p:txBody>
      </p:sp>
      <p:sp>
        <p:nvSpPr>
          <p:cNvPr id="223" name="Box 223"/>
          <p:cNvSpPr/>
          <p:nvPr/>
        </p:nvSpPr>
        <p:spPr>
          <a:xfrm>
            <a:off x="9692640" y="1911096"/>
            <a:ext cx="1828800" cy="3401568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endParaRPr lang="ko-KR"/>
          </a:p>
        </p:txBody>
      </p:sp>
      <p:cxnSp>
        <p:nvCxnSpPr>
          <p:cNvPr id="224" name="Line 224"/>
          <p:cNvCxnSpPr/>
          <p:nvPr/>
        </p:nvCxnSpPr>
        <p:spPr>
          <a:xfrm>
            <a:off x="4206240" y="1911096"/>
            <a:ext cx="0" cy="3401568"/>
          </a:xfrm>
          <a:prstGeom prst="line">
            <a:avLst/>
          </a:prstGeom>
          <a:ln w="9525">
            <a:solidFill>
              <a:srgbClr val="9AA3B2"/>
            </a:solidFill>
          </a:ln>
        </p:spPr>
      </p:cxnSp>
      <p:cxnSp>
        <p:nvCxnSpPr>
          <p:cNvPr id="225" name="Line 225"/>
          <p:cNvCxnSpPr/>
          <p:nvPr/>
        </p:nvCxnSpPr>
        <p:spPr>
          <a:xfrm>
            <a:off x="4663440" y="1911096"/>
            <a:ext cx="0" cy="3401568"/>
          </a:xfrm>
          <a:prstGeom prst="line">
            <a:avLst/>
          </a:prstGeom>
          <a:ln w="6350">
            <a:solidFill>
              <a:srgbClr val="E6E9EE"/>
            </a:solidFill>
          </a:ln>
        </p:spPr>
      </p:cxnSp>
      <p:cxnSp>
        <p:nvCxnSpPr>
          <p:cNvPr id="226" name="Line 226"/>
          <p:cNvCxnSpPr/>
          <p:nvPr/>
        </p:nvCxnSpPr>
        <p:spPr>
          <a:xfrm>
            <a:off x="5120640" y="1911096"/>
            <a:ext cx="0" cy="3401568"/>
          </a:xfrm>
          <a:prstGeom prst="line">
            <a:avLst/>
          </a:prstGeom>
          <a:ln w="6350">
            <a:solidFill>
              <a:srgbClr val="E6E9EE"/>
            </a:solidFill>
          </a:ln>
        </p:spPr>
      </p:cxnSp>
      <p:cxnSp>
        <p:nvCxnSpPr>
          <p:cNvPr id="227" name="Line 227"/>
          <p:cNvCxnSpPr/>
          <p:nvPr/>
        </p:nvCxnSpPr>
        <p:spPr>
          <a:xfrm>
            <a:off x="5577840" y="1911096"/>
            <a:ext cx="0" cy="3401568"/>
          </a:xfrm>
          <a:prstGeom prst="line">
            <a:avLst/>
          </a:prstGeom>
          <a:ln w="6350">
            <a:solidFill>
              <a:srgbClr val="E6E9EE"/>
            </a:solidFill>
          </a:ln>
        </p:spPr>
      </p:cxnSp>
      <p:cxnSp>
        <p:nvCxnSpPr>
          <p:cNvPr id="228" name="Line 228"/>
          <p:cNvCxnSpPr/>
          <p:nvPr/>
        </p:nvCxnSpPr>
        <p:spPr>
          <a:xfrm>
            <a:off x="6035040" y="1911096"/>
            <a:ext cx="0" cy="3401568"/>
          </a:xfrm>
          <a:prstGeom prst="line">
            <a:avLst/>
          </a:prstGeom>
          <a:ln w="9525">
            <a:solidFill>
              <a:srgbClr val="9AA3B2"/>
            </a:solidFill>
          </a:ln>
        </p:spPr>
      </p:cxnSp>
      <p:cxnSp>
        <p:nvCxnSpPr>
          <p:cNvPr id="229" name="Line 229"/>
          <p:cNvCxnSpPr/>
          <p:nvPr/>
        </p:nvCxnSpPr>
        <p:spPr>
          <a:xfrm>
            <a:off x="6492240" y="1911096"/>
            <a:ext cx="0" cy="3401568"/>
          </a:xfrm>
          <a:prstGeom prst="line">
            <a:avLst/>
          </a:prstGeom>
          <a:ln w="6350">
            <a:solidFill>
              <a:srgbClr val="E6E9EE"/>
            </a:solidFill>
          </a:ln>
        </p:spPr>
      </p:cxnSp>
      <p:cxnSp>
        <p:nvCxnSpPr>
          <p:cNvPr id="230" name="Line 230"/>
          <p:cNvCxnSpPr/>
          <p:nvPr/>
        </p:nvCxnSpPr>
        <p:spPr>
          <a:xfrm>
            <a:off x="6949440" y="1911096"/>
            <a:ext cx="0" cy="3401568"/>
          </a:xfrm>
          <a:prstGeom prst="line">
            <a:avLst/>
          </a:prstGeom>
          <a:ln w="6350">
            <a:solidFill>
              <a:srgbClr val="E6E9EE"/>
            </a:solidFill>
          </a:ln>
        </p:spPr>
      </p:cxnSp>
      <p:cxnSp>
        <p:nvCxnSpPr>
          <p:cNvPr id="231" name="Line 231"/>
          <p:cNvCxnSpPr/>
          <p:nvPr/>
        </p:nvCxnSpPr>
        <p:spPr>
          <a:xfrm>
            <a:off x="7406640" y="1911096"/>
            <a:ext cx="0" cy="3401568"/>
          </a:xfrm>
          <a:prstGeom prst="line">
            <a:avLst/>
          </a:prstGeom>
          <a:ln w="6350">
            <a:solidFill>
              <a:srgbClr val="E6E9EE"/>
            </a:solidFill>
          </a:ln>
        </p:spPr>
      </p:cxnSp>
      <p:cxnSp>
        <p:nvCxnSpPr>
          <p:cNvPr id="232" name="Line 232"/>
          <p:cNvCxnSpPr/>
          <p:nvPr/>
        </p:nvCxnSpPr>
        <p:spPr>
          <a:xfrm>
            <a:off x="7863840" y="1911096"/>
            <a:ext cx="0" cy="3401568"/>
          </a:xfrm>
          <a:prstGeom prst="line">
            <a:avLst/>
          </a:prstGeom>
          <a:ln w="9525">
            <a:solidFill>
              <a:srgbClr val="9AA3B2"/>
            </a:solidFill>
          </a:ln>
        </p:spPr>
      </p:cxnSp>
      <p:cxnSp>
        <p:nvCxnSpPr>
          <p:cNvPr id="233" name="Line 233"/>
          <p:cNvCxnSpPr/>
          <p:nvPr/>
        </p:nvCxnSpPr>
        <p:spPr>
          <a:xfrm>
            <a:off x="8321040" y="1911096"/>
            <a:ext cx="0" cy="3401568"/>
          </a:xfrm>
          <a:prstGeom prst="line">
            <a:avLst/>
          </a:prstGeom>
          <a:ln w="6350">
            <a:solidFill>
              <a:srgbClr val="E6E9EE"/>
            </a:solidFill>
          </a:ln>
        </p:spPr>
      </p:cxnSp>
      <p:cxnSp>
        <p:nvCxnSpPr>
          <p:cNvPr id="234" name="Line 234"/>
          <p:cNvCxnSpPr/>
          <p:nvPr/>
        </p:nvCxnSpPr>
        <p:spPr>
          <a:xfrm>
            <a:off x="8778240" y="1911096"/>
            <a:ext cx="0" cy="3401568"/>
          </a:xfrm>
          <a:prstGeom prst="line">
            <a:avLst/>
          </a:prstGeom>
          <a:ln w="6350">
            <a:solidFill>
              <a:srgbClr val="E6E9EE"/>
            </a:solidFill>
          </a:ln>
        </p:spPr>
      </p:cxnSp>
      <p:cxnSp>
        <p:nvCxnSpPr>
          <p:cNvPr id="235" name="Line 235"/>
          <p:cNvCxnSpPr/>
          <p:nvPr/>
        </p:nvCxnSpPr>
        <p:spPr>
          <a:xfrm>
            <a:off x="9235440" y="1911096"/>
            <a:ext cx="0" cy="3401568"/>
          </a:xfrm>
          <a:prstGeom prst="line">
            <a:avLst/>
          </a:prstGeom>
          <a:ln w="6350">
            <a:solidFill>
              <a:srgbClr val="E6E9EE"/>
            </a:solidFill>
          </a:ln>
        </p:spPr>
      </p:cxnSp>
      <p:cxnSp>
        <p:nvCxnSpPr>
          <p:cNvPr id="236" name="Line 236"/>
          <p:cNvCxnSpPr/>
          <p:nvPr/>
        </p:nvCxnSpPr>
        <p:spPr>
          <a:xfrm>
            <a:off x="9692640" y="1911096"/>
            <a:ext cx="0" cy="3401568"/>
          </a:xfrm>
          <a:prstGeom prst="line">
            <a:avLst/>
          </a:prstGeom>
          <a:ln w="9525">
            <a:solidFill>
              <a:srgbClr val="9AA3B2"/>
            </a:solidFill>
          </a:ln>
        </p:spPr>
      </p:cxnSp>
      <p:cxnSp>
        <p:nvCxnSpPr>
          <p:cNvPr id="237" name="Line 237"/>
          <p:cNvCxnSpPr/>
          <p:nvPr/>
        </p:nvCxnSpPr>
        <p:spPr>
          <a:xfrm>
            <a:off x="10149840" y="1911096"/>
            <a:ext cx="0" cy="3401568"/>
          </a:xfrm>
          <a:prstGeom prst="line">
            <a:avLst/>
          </a:prstGeom>
          <a:ln w="6350">
            <a:solidFill>
              <a:srgbClr val="E6E9EE"/>
            </a:solidFill>
          </a:ln>
        </p:spPr>
      </p:cxnSp>
      <p:cxnSp>
        <p:nvCxnSpPr>
          <p:cNvPr id="238" name="Line 238"/>
          <p:cNvCxnSpPr/>
          <p:nvPr/>
        </p:nvCxnSpPr>
        <p:spPr>
          <a:xfrm>
            <a:off x="10607040" y="1911096"/>
            <a:ext cx="0" cy="3401568"/>
          </a:xfrm>
          <a:prstGeom prst="line">
            <a:avLst/>
          </a:prstGeom>
          <a:ln w="6350">
            <a:solidFill>
              <a:srgbClr val="E6E9EE"/>
            </a:solidFill>
          </a:ln>
        </p:spPr>
      </p:cxnSp>
      <p:cxnSp>
        <p:nvCxnSpPr>
          <p:cNvPr id="239" name="Line 239"/>
          <p:cNvCxnSpPr/>
          <p:nvPr/>
        </p:nvCxnSpPr>
        <p:spPr>
          <a:xfrm>
            <a:off x="11064240" y="1911096"/>
            <a:ext cx="0" cy="3401568"/>
          </a:xfrm>
          <a:prstGeom prst="line">
            <a:avLst/>
          </a:prstGeom>
          <a:ln w="6350">
            <a:solidFill>
              <a:srgbClr val="E6E9EE"/>
            </a:solidFill>
          </a:ln>
        </p:spPr>
      </p:cxnSp>
      <p:cxnSp>
        <p:nvCxnSpPr>
          <p:cNvPr id="240" name="Line 240"/>
          <p:cNvCxnSpPr/>
          <p:nvPr/>
        </p:nvCxnSpPr>
        <p:spPr>
          <a:xfrm>
            <a:off x="11521440" y="1911096"/>
            <a:ext cx="0" cy="3401568"/>
          </a:xfrm>
          <a:prstGeom prst="line">
            <a:avLst/>
          </a:prstGeom>
          <a:ln w="9525">
            <a:solidFill>
              <a:srgbClr val="9AA3B2"/>
            </a:solidFill>
          </a:ln>
        </p:spPr>
      </p:cxnSp>
      <p:cxnSp>
        <p:nvCxnSpPr>
          <p:cNvPr id="241" name="Line 241"/>
          <p:cNvCxnSpPr/>
          <p:nvPr/>
        </p:nvCxnSpPr>
        <p:spPr>
          <a:xfrm>
            <a:off x="640080" y="1911096"/>
            <a:ext cx="1088136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cxnSp>
        <p:nvCxnSpPr>
          <p:cNvPr id="242" name="Line 242"/>
          <p:cNvCxnSpPr/>
          <p:nvPr/>
        </p:nvCxnSpPr>
        <p:spPr>
          <a:xfrm>
            <a:off x="640080" y="2478024"/>
            <a:ext cx="1088136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cxnSp>
        <p:nvCxnSpPr>
          <p:cNvPr id="243" name="Line 243"/>
          <p:cNvCxnSpPr/>
          <p:nvPr/>
        </p:nvCxnSpPr>
        <p:spPr>
          <a:xfrm>
            <a:off x="640080" y="3044952"/>
            <a:ext cx="1088136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cxnSp>
        <p:nvCxnSpPr>
          <p:cNvPr id="244" name="Line 244"/>
          <p:cNvCxnSpPr/>
          <p:nvPr/>
        </p:nvCxnSpPr>
        <p:spPr>
          <a:xfrm>
            <a:off x="640080" y="3611880"/>
            <a:ext cx="1088136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cxnSp>
        <p:nvCxnSpPr>
          <p:cNvPr id="245" name="Line 245"/>
          <p:cNvCxnSpPr/>
          <p:nvPr/>
        </p:nvCxnSpPr>
        <p:spPr>
          <a:xfrm>
            <a:off x="640080" y="4178808"/>
            <a:ext cx="1088136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cxnSp>
        <p:nvCxnSpPr>
          <p:cNvPr id="246" name="Line 246"/>
          <p:cNvCxnSpPr/>
          <p:nvPr/>
        </p:nvCxnSpPr>
        <p:spPr>
          <a:xfrm>
            <a:off x="640080" y="4745736"/>
            <a:ext cx="1088136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cxnSp>
        <p:nvCxnSpPr>
          <p:cNvPr id="247" name="Line 247"/>
          <p:cNvCxnSpPr/>
          <p:nvPr/>
        </p:nvCxnSpPr>
        <p:spPr>
          <a:xfrm>
            <a:off x="640080" y="5312664"/>
            <a:ext cx="1088136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cxnSp>
        <p:nvCxnSpPr>
          <p:cNvPr id="248" name="Line 248"/>
          <p:cNvCxnSpPr/>
          <p:nvPr/>
        </p:nvCxnSpPr>
        <p:spPr>
          <a:xfrm>
            <a:off x="5349240" y="1911096"/>
            <a:ext cx="0" cy="3520440"/>
          </a:xfrm>
          <a:prstGeom prst="line">
            <a:avLst/>
          </a:prstGeom>
          <a:ln w="12700">
            <a:solidFill>
              <a:srgbClr val="F5C77A"/>
            </a:solidFill>
          </a:ln>
        </p:spPr>
      </p:cxnSp>
      <p:cxnSp>
        <p:nvCxnSpPr>
          <p:cNvPr id="249" name="Line 249"/>
          <p:cNvCxnSpPr/>
          <p:nvPr/>
        </p:nvCxnSpPr>
        <p:spPr>
          <a:xfrm>
            <a:off x="7635240" y="1911096"/>
            <a:ext cx="0" cy="3520440"/>
          </a:xfrm>
          <a:prstGeom prst="line">
            <a:avLst/>
          </a:prstGeom>
          <a:ln w="12700">
            <a:solidFill>
              <a:srgbClr val="F5C77A"/>
            </a:solidFill>
          </a:ln>
        </p:spPr>
      </p:cxnSp>
      <p:cxnSp>
        <p:nvCxnSpPr>
          <p:cNvPr id="250" name="Line 250"/>
          <p:cNvCxnSpPr/>
          <p:nvPr/>
        </p:nvCxnSpPr>
        <p:spPr>
          <a:xfrm>
            <a:off x="9464040" y="1911096"/>
            <a:ext cx="0" cy="3520440"/>
          </a:xfrm>
          <a:prstGeom prst="line">
            <a:avLst/>
          </a:prstGeom>
          <a:ln w="12700">
            <a:solidFill>
              <a:srgbClr val="F5C77A"/>
            </a:solidFill>
          </a:ln>
        </p:spPr>
      </p:cxnSp>
      <p:cxnSp>
        <p:nvCxnSpPr>
          <p:cNvPr id="251" name="Line 251"/>
          <p:cNvCxnSpPr/>
          <p:nvPr/>
        </p:nvCxnSpPr>
        <p:spPr>
          <a:xfrm>
            <a:off x="10835640" y="1911096"/>
            <a:ext cx="0" cy="3520440"/>
          </a:xfrm>
          <a:prstGeom prst="line">
            <a:avLst/>
          </a:prstGeom>
          <a:ln w="12700">
            <a:solidFill>
              <a:srgbClr val="F5C77A"/>
            </a:solidFill>
          </a:ln>
        </p:spPr>
      </p:cxnSp>
      <p:sp>
        <p:nvSpPr>
          <p:cNvPr id="252" name="Text 252"/>
          <p:cNvSpPr/>
          <p:nvPr/>
        </p:nvSpPr>
        <p:spPr>
          <a:xfrm>
            <a:off x="777240" y="196596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300" b="1" dirty="0">
                <a:solidFill>
                  <a:srgbClr val="222222"/>
                </a:solidFill>
                <a:latin typeface="Noto Sans KR"/>
                <a:ea typeface="Noto Sans KR"/>
              </a:rPr>
              <a:t>준비</a:t>
            </a:r>
          </a:p>
        </p:txBody>
      </p:sp>
      <p:sp>
        <p:nvSpPr>
          <p:cNvPr id="253" name="Text 253"/>
          <p:cNvSpPr/>
          <p:nvPr/>
        </p:nvSpPr>
        <p:spPr>
          <a:xfrm>
            <a:off x="777240" y="2212848"/>
            <a:ext cx="3246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000" b="0" dirty="0">
                <a:solidFill>
                  <a:srgbClr val="5B6577"/>
                </a:solidFill>
                <a:latin typeface="Noto Sans KR"/>
                <a:ea typeface="Noto Sans KR"/>
              </a:rPr>
              <a:t>요구사항 · 개발 환경 · 수행계획서</a:t>
            </a:r>
          </a:p>
        </p:txBody>
      </p:sp>
      <p:sp>
        <p:nvSpPr>
          <p:cNvPr id="254" name="Box 254"/>
          <p:cNvSpPr/>
          <p:nvPr/>
        </p:nvSpPr>
        <p:spPr>
          <a:xfrm>
            <a:off x="4233672" y="2029968"/>
            <a:ext cx="1316736" cy="329184"/>
          </a:xfrm>
          <a:prstGeom prst="roundRect">
            <a:avLst>
              <a:gd name="adj" fmla="val 25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 dirty="0">
                <a:solidFill>
                  <a:srgbClr val="FFFFFF"/>
                </a:solidFill>
                <a:latin typeface="+mj-lt"/>
                <a:ea typeface="Noto Sans KR"/>
              </a:rPr>
              <a:t>1~3주</a:t>
            </a:r>
          </a:p>
        </p:txBody>
      </p:sp>
      <p:sp>
        <p:nvSpPr>
          <p:cNvPr id="255" name="Text 255"/>
          <p:cNvSpPr/>
          <p:nvPr/>
        </p:nvSpPr>
        <p:spPr>
          <a:xfrm>
            <a:off x="777240" y="2532888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300" b="1" dirty="0">
                <a:solidFill>
                  <a:srgbClr val="222222"/>
                </a:solidFill>
                <a:latin typeface="Noto Sans KR"/>
                <a:ea typeface="Noto Sans KR"/>
              </a:rPr>
              <a:t>VC 지갑 코어 구현</a:t>
            </a:r>
          </a:p>
        </p:txBody>
      </p:sp>
      <p:sp>
        <p:nvSpPr>
          <p:cNvPr id="256" name="Text 256"/>
          <p:cNvSpPr/>
          <p:nvPr/>
        </p:nvSpPr>
        <p:spPr>
          <a:xfrm>
            <a:off x="777240" y="2779776"/>
            <a:ext cx="3246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000" b="0" dirty="0">
                <a:solidFill>
                  <a:srgbClr val="5B6577"/>
                </a:solidFill>
                <a:latin typeface="Noto Sans KR"/>
                <a:ea typeface="Noto Sans KR"/>
              </a:rPr>
              <a:t>개인 지갑 구성 · 검증 알고리즘</a:t>
            </a:r>
          </a:p>
        </p:txBody>
      </p:sp>
      <p:sp>
        <p:nvSpPr>
          <p:cNvPr id="257" name="Box 257"/>
          <p:cNvSpPr/>
          <p:nvPr/>
        </p:nvSpPr>
        <p:spPr>
          <a:xfrm>
            <a:off x="5605272" y="2596896"/>
            <a:ext cx="1773936" cy="329184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 dirty="0">
                <a:solidFill>
                  <a:srgbClr val="FFFFFF"/>
                </a:solidFill>
                <a:latin typeface="+mj-lt"/>
                <a:ea typeface="Noto Sans KR"/>
              </a:rPr>
              <a:t>4~7주</a:t>
            </a:r>
          </a:p>
        </p:txBody>
      </p:sp>
      <p:sp>
        <p:nvSpPr>
          <p:cNvPr id="258" name="Text 258"/>
          <p:cNvSpPr/>
          <p:nvPr/>
        </p:nvSpPr>
        <p:spPr>
          <a:xfrm>
            <a:off x="777240" y="3099816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300" b="1" dirty="0">
                <a:solidFill>
                  <a:srgbClr val="222222"/>
                </a:solidFill>
                <a:latin typeface="Noto Sans KR"/>
                <a:ea typeface="Noto Sans KR"/>
              </a:rPr>
              <a:t>DB · 백엔드 · 프론트엔드 설계</a:t>
            </a:r>
          </a:p>
        </p:txBody>
      </p:sp>
      <p:sp>
        <p:nvSpPr>
          <p:cNvPr id="259" name="Text 259"/>
          <p:cNvSpPr/>
          <p:nvPr/>
        </p:nvSpPr>
        <p:spPr>
          <a:xfrm>
            <a:off x="777240" y="3346704"/>
            <a:ext cx="3246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000" b="0" dirty="0">
                <a:solidFill>
                  <a:srgbClr val="5B6577"/>
                </a:solidFill>
                <a:latin typeface="Noto Sans KR"/>
                <a:ea typeface="Noto Sans KR"/>
              </a:rPr>
              <a:t>DB ERD · BE 아키텍처 · API · FE</a:t>
            </a:r>
          </a:p>
        </p:txBody>
      </p:sp>
      <p:sp>
        <p:nvSpPr>
          <p:cNvPr id="260" name="Box 260"/>
          <p:cNvSpPr/>
          <p:nvPr/>
        </p:nvSpPr>
        <p:spPr>
          <a:xfrm>
            <a:off x="5605272" y="3163824"/>
            <a:ext cx="3145536" cy="329184"/>
          </a:xfrm>
          <a:prstGeom prst="roundRect">
            <a:avLst>
              <a:gd name="adj" fmla="val 25000"/>
            </a:avLst>
          </a:prstGeom>
          <a:solidFill>
            <a:srgbClr val="3B6FD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 dirty="0">
                <a:solidFill>
                  <a:srgbClr val="FFFFFF"/>
                </a:solidFill>
                <a:latin typeface="+mj-lt"/>
                <a:ea typeface="Noto Sans KR"/>
              </a:rPr>
              <a:t>4~10주</a:t>
            </a:r>
          </a:p>
        </p:txBody>
      </p:sp>
      <p:sp>
        <p:nvSpPr>
          <p:cNvPr id="261" name="Text 261"/>
          <p:cNvSpPr/>
          <p:nvPr/>
        </p:nvSpPr>
        <p:spPr>
          <a:xfrm>
            <a:off x="777240" y="3666744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300" b="1" dirty="0">
                <a:solidFill>
                  <a:srgbClr val="222222"/>
                </a:solidFill>
                <a:latin typeface="Noto Sans KR"/>
                <a:ea typeface="Noto Sans KR"/>
              </a:rPr>
              <a:t>AI 커리어 에이전트 설계</a:t>
            </a:r>
          </a:p>
        </p:txBody>
      </p:sp>
      <p:sp>
        <p:nvSpPr>
          <p:cNvPr id="262" name="Text 262"/>
          <p:cNvSpPr/>
          <p:nvPr/>
        </p:nvSpPr>
        <p:spPr>
          <a:xfrm>
            <a:off x="777240" y="3913632"/>
            <a:ext cx="3246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000" b="0" dirty="0">
                <a:solidFill>
                  <a:srgbClr val="5B6577"/>
                </a:solidFill>
                <a:latin typeface="Noto Sans KR"/>
                <a:ea typeface="Noto Sans KR"/>
              </a:rPr>
              <a:t>커리어 플래너 · 포트폴리오</a:t>
            </a:r>
          </a:p>
        </p:txBody>
      </p:sp>
      <p:sp>
        <p:nvSpPr>
          <p:cNvPr id="263" name="Box 263"/>
          <p:cNvSpPr/>
          <p:nvPr/>
        </p:nvSpPr>
        <p:spPr>
          <a:xfrm>
            <a:off x="5605272" y="3730752"/>
            <a:ext cx="2688336" cy="329184"/>
          </a:xfrm>
          <a:prstGeom prst="roundRect">
            <a:avLst>
              <a:gd name="adj" fmla="val 25000"/>
            </a:avLst>
          </a:prstGeom>
          <a:solidFill>
            <a:srgbClr val="2E9E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 dirty="0">
                <a:solidFill>
                  <a:srgbClr val="FFFFFF"/>
                </a:solidFill>
                <a:latin typeface="+mj-lt"/>
                <a:ea typeface="Noto Sans KR"/>
              </a:rPr>
              <a:t>4~9주</a:t>
            </a:r>
          </a:p>
        </p:txBody>
      </p:sp>
      <p:sp>
        <p:nvSpPr>
          <p:cNvPr id="264" name="Text 264"/>
          <p:cNvSpPr/>
          <p:nvPr/>
        </p:nvSpPr>
        <p:spPr>
          <a:xfrm>
            <a:off x="777240" y="4233672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300" b="1" dirty="0">
                <a:solidFill>
                  <a:srgbClr val="222222"/>
                </a:solidFill>
                <a:latin typeface="Noto Sans KR"/>
                <a:ea typeface="Noto Sans KR"/>
              </a:rPr>
              <a:t>임베딩 · MCP · 클라우드</a:t>
            </a:r>
          </a:p>
        </p:txBody>
      </p:sp>
      <p:sp>
        <p:nvSpPr>
          <p:cNvPr id="266" name="Box 266"/>
          <p:cNvSpPr/>
          <p:nvPr/>
        </p:nvSpPr>
        <p:spPr>
          <a:xfrm>
            <a:off x="7434072" y="4297680"/>
            <a:ext cx="1773936" cy="329184"/>
          </a:xfrm>
          <a:prstGeom prst="roundRect">
            <a:avLst>
              <a:gd name="adj" fmla="val 25000"/>
            </a:avLst>
          </a:prstGeom>
          <a:solidFill>
            <a:srgbClr val="E8862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 dirty="0">
                <a:solidFill>
                  <a:srgbClr val="FFFFFF"/>
                </a:solidFill>
                <a:latin typeface="+mj-lt"/>
                <a:ea typeface="Noto Sans KR"/>
              </a:rPr>
              <a:t>8~11주</a:t>
            </a:r>
          </a:p>
        </p:txBody>
      </p:sp>
      <p:sp>
        <p:nvSpPr>
          <p:cNvPr id="267" name="Text 267"/>
          <p:cNvSpPr/>
          <p:nvPr/>
        </p:nvSpPr>
        <p:spPr>
          <a:xfrm>
            <a:off x="777240" y="480060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1300" b="1" dirty="0">
                <a:solidFill>
                  <a:srgbClr val="222222"/>
                </a:solidFill>
                <a:latin typeface="Noto Sans KR"/>
                <a:ea typeface="Noto Sans KR"/>
              </a:rPr>
              <a:t>논문 작성 및 학술대회 준비</a:t>
            </a:r>
          </a:p>
        </p:txBody>
      </p:sp>
      <p:sp>
        <p:nvSpPr>
          <p:cNvPr id="269" name="Box 269"/>
          <p:cNvSpPr/>
          <p:nvPr/>
        </p:nvSpPr>
        <p:spPr>
          <a:xfrm>
            <a:off x="8348472" y="4864608"/>
            <a:ext cx="2688336" cy="329184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 dirty="0">
                <a:solidFill>
                  <a:srgbClr val="FFFFFF"/>
                </a:solidFill>
                <a:latin typeface="+mj-lt"/>
                <a:ea typeface="Noto Sans KR"/>
              </a:rPr>
              <a:t>10~15주</a:t>
            </a:r>
          </a:p>
        </p:txBody>
      </p:sp>
      <p:sp>
        <p:nvSpPr>
          <p:cNvPr id="270" name="Box 270"/>
          <p:cNvSpPr/>
          <p:nvPr/>
        </p:nvSpPr>
        <p:spPr>
          <a:xfrm>
            <a:off x="640080" y="5385816"/>
            <a:ext cx="3429000" cy="56692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ko-KR" altLang="en-US" sz="1300" b="1" dirty="0">
                <a:solidFill>
                  <a:srgbClr val="FFFFFF"/>
                </a:solidFill>
                <a:latin typeface="Noto Sans KR"/>
                <a:ea typeface="Noto Sans KR"/>
              </a:rPr>
              <a:t>발표 일정</a:t>
            </a:r>
          </a:p>
        </p:txBody>
      </p:sp>
      <p:sp>
        <p:nvSpPr>
          <p:cNvPr id="271" name="Box 271"/>
          <p:cNvSpPr/>
          <p:nvPr/>
        </p:nvSpPr>
        <p:spPr>
          <a:xfrm>
            <a:off x="5230368" y="5404104"/>
            <a:ext cx="237744" cy="237744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endParaRPr lang="ko-KR"/>
          </a:p>
        </p:txBody>
      </p:sp>
      <p:sp>
        <p:nvSpPr>
          <p:cNvPr id="272" name="Text 272"/>
          <p:cNvSpPr/>
          <p:nvPr/>
        </p:nvSpPr>
        <p:spPr>
          <a:xfrm>
            <a:off x="4800600" y="566013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 dirty="0">
                <a:solidFill>
                  <a:srgbClr val="222222"/>
                </a:solidFill>
                <a:latin typeface="Noto Sans KR"/>
                <a:ea typeface="Noto Sans KR"/>
              </a:rPr>
              <a:t>계획발표</a:t>
            </a:r>
          </a:p>
        </p:txBody>
      </p:sp>
      <p:sp>
        <p:nvSpPr>
          <p:cNvPr id="273" name="Text 273"/>
          <p:cNvSpPr/>
          <p:nvPr/>
        </p:nvSpPr>
        <p:spPr>
          <a:xfrm>
            <a:off x="4800600" y="5843016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5B6577"/>
                </a:solidFill>
                <a:latin typeface="Noto Sans KR"/>
                <a:ea typeface="Noto Sans KR"/>
              </a:rPr>
              <a:t>9월 3주</a:t>
            </a:r>
          </a:p>
        </p:txBody>
      </p:sp>
      <p:sp>
        <p:nvSpPr>
          <p:cNvPr id="274" name="Box 274"/>
          <p:cNvSpPr/>
          <p:nvPr/>
        </p:nvSpPr>
        <p:spPr>
          <a:xfrm>
            <a:off x="7516368" y="5404104"/>
            <a:ext cx="237744" cy="237744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endParaRPr lang="ko-KR"/>
          </a:p>
        </p:txBody>
      </p:sp>
      <p:sp>
        <p:nvSpPr>
          <p:cNvPr id="275" name="Text 275"/>
          <p:cNvSpPr/>
          <p:nvPr/>
        </p:nvSpPr>
        <p:spPr>
          <a:xfrm>
            <a:off x="7086600" y="566013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 dirty="0">
                <a:solidFill>
                  <a:srgbClr val="222222"/>
                </a:solidFill>
                <a:latin typeface="Noto Sans KR"/>
                <a:ea typeface="Noto Sans KR"/>
              </a:rPr>
              <a:t>중간발표</a:t>
            </a:r>
          </a:p>
        </p:txBody>
      </p:sp>
      <p:sp>
        <p:nvSpPr>
          <p:cNvPr id="276" name="Text 276"/>
          <p:cNvSpPr/>
          <p:nvPr/>
        </p:nvSpPr>
        <p:spPr>
          <a:xfrm>
            <a:off x="7086600" y="5843016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5B6577"/>
                </a:solidFill>
                <a:latin typeface="Noto Sans KR"/>
                <a:ea typeface="Noto Sans KR"/>
              </a:rPr>
              <a:t>10월 4주</a:t>
            </a:r>
          </a:p>
        </p:txBody>
      </p:sp>
      <p:sp>
        <p:nvSpPr>
          <p:cNvPr id="277" name="Box 277"/>
          <p:cNvSpPr/>
          <p:nvPr/>
        </p:nvSpPr>
        <p:spPr>
          <a:xfrm>
            <a:off x="9345168" y="5404104"/>
            <a:ext cx="237744" cy="237744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endParaRPr lang="ko-KR"/>
          </a:p>
        </p:txBody>
      </p:sp>
      <p:sp>
        <p:nvSpPr>
          <p:cNvPr id="278" name="Text 278"/>
          <p:cNvSpPr/>
          <p:nvPr/>
        </p:nvSpPr>
        <p:spPr>
          <a:xfrm>
            <a:off x="8915400" y="566013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 dirty="0">
                <a:solidFill>
                  <a:srgbClr val="222222"/>
                </a:solidFill>
                <a:latin typeface="Noto Sans KR"/>
                <a:ea typeface="Noto Sans KR"/>
              </a:rPr>
              <a:t>중간발표</a:t>
            </a:r>
          </a:p>
        </p:txBody>
      </p:sp>
      <p:sp>
        <p:nvSpPr>
          <p:cNvPr id="279" name="Text 279"/>
          <p:cNvSpPr/>
          <p:nvPr/>
        </p:nvSpPr>
        <p:spPr>
          <a:xfrm>
            <a:off x="8915400" y="5843016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5B6577"/>
                </a:solidFill>
                <a:latin typeface="Noto Sans KR"/>
                <a:ea typeface="Noto Sans KR"/>
              </a:rPr>
              <a:t>11월 4주</a:t>
            </a:r>
          </a:p>
        </p:txBody>
      </p:sp>
      <p:sp>
        <p:nvSpPr>
          <p:cNvPr id="280" name="Box 280"/>
          <p:cNvSpPr/>
          <p:nvPr/>
        </p:nvSpPr>
        <p:spPr>
          <a:xfrm>
            <a:off x="10716768" y="5404104"/>
            <a:ext cx="237744" cy="237744"/>
          </a:xfrm>
          <a:prstGeom prst="diamond">
            <a:avLst/>
          </a:prstGeom>
          <a:solidFill>
            <a:srgbClr val="DA2127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endParaRPr lang="ko-KR"/>
          </a:p>
        </p:txBody>
      </p:sp>
      <p:sp>
        <p:nvSpPr>
          <p:cNvPr id="281" name="Text 281"/>
          <p:cNvSpPr/>
          <p:nvPr/>
        </p:nvSpPr>
        <p:spPr>
          <a:xfrm>
            <a:off x="10287000" y="566013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 dirty="0">
                <a:solidFill>
                  <a:srgbClr val="222222"/>
                </a:solidFill>
                <a:latin typeface="Noto Sans KR"/>
                <a:ea typeface="Noto Sans KR"/>
              </a:rPr>
              <a:t>최종발표</a:t>
            </a:r>
          </a:p>
        </p:txBody>
      </p:sp>
      <p:sp>
        <p:nvSpPr>
          <p:cNvPr id="282" name="Text 282"/>
          <p:cNvSpPr/>
          <p:nvPr/>
        </p:nvSpPr>
        <p:spPr>
          <a:xfrm>
            <a:off x="10287000" y="5843016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5B6577"/>
                </a:solidFill>
                <a:latin typeface="Noto Sans KR"/>
                <a:ea typeface="Noto Sans KR"/>
              </a:rPr>
              <a:t>12월 3주</a:t>
            </a:r>
          </a:p>
        </p:txBody>
      </p:sp>
    </p:spTree>
    <p:extLst>
      <p:ext uri="{BB962C8B-B14F-4D97-AF65-F5344CB8AC3E}">
        <p14:creationId xmlns:p14="http://schemas.microsoft.com/office/powerpoint/2010/main" val="1375083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D4B22E7-666A-10EF-68B1-384F52097327}"/>
              </a:ext>
            </a:extLst>
          </p:cNvPr>
          <p:cNvGrpSpPr/>
          <p:nvPr/>
        </p:nvGrpSpPr>
        <p:grpSpPr>
          <a:xfrm>
            <a:off x="3268792" y="374448"/>
            <a:ext cx="5677566" cy="582688"/>
            <a:chOff x="3268792" y="374448"/>
            <a:chExt cx="5677566" cy="58268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8E673B7-FDFB-65B3-FEF5-616A0B630D4C}"/>
                </a:ext>
              </a:extLst>
            </p:cNvPr>
            <p:cNvSpPr txBox="1"/>
            <p:nvPr/>
          </p:nvSpPr>
          <p:spPr>
            <a:xfrm>
              <a:off x="3268792" y="374448"/>
              <a:ext cx="56775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240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</a:lstStyle>
            <a:p>
              <a:r>
                <a:rPr lang="ko-KR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추진 일정 및 회의 방법</a:t>
              </a:r>
            </a:p>
          </p:txBody>
        </p:sp>
        <p:cxnSp>
          <p:nvCxnSpPr>
            <p:cNvPr id="6" name="직선 연결선 77">
              <a:extLst>
                <a:ext uri="{FF2B5EF4-FFF2-40B4-BE49-F238E27FC236}">
                  <a16:creationId xmlns:a16="http://schemas.microsoft.com/office/drawing/2014/main" id="{DDE4D3E8-41CE-00FA-BA86-B2BC9B7DFC5E}"/>
                </a:ext>
              </a:extLst>
            </p:cNvPr>
            <p:cNvCxnSpPr/>
            <p:nvPr/>
          </p:nvCxnSpPr>
          <p:spPr>
            <a:xfrm>
              <a:off x="3302000" y="957136"/>
              <a:ext cx="5588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 0">
            <a:extLst>
              <a:ext uri="{FF2B5EF4-FFF2-40B4-BE49-F238E27FC236}">
                <a16:creationId xmlns:a16="http://schemas.microsoft.com/office/drawing/2014/main" id="{9B40CE1A-82CE-AE04-74FB-90A4CA529FF6}"/>
              </a:ext>
            </a:extLst>
          </p:cNvPr>
          <p:cNvSpPr txBox="1"/>
          <p:nvPr/>
        </p:nvSpPr>
        <p:spPr>
          <a:xfrm>
            <a:off x="5230976" y="1955685"/>
            <a:ext cx="2238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400" b="1" dirty="0">
                <a:solidFill>
                  <a:srgbClr val="FD6E70"/>
                </a:solidFill>
                <a:latin typeface="+mj-ea"/>
                <a:ea typeface="+mj-ea"/>
              </a:rPr>
              <a:t>회의 방식</a:t>
            </a:r>
            <a:endParaRPr lang="en-US" sz="3400" dirty="0">
              <a:solidFill>
                <a:srgbClr val="FD6E70"/>
              </a:solidFill>
              <a:latin typeface="+mj-ea"/>
              <a:ea typeface="+mj-ea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1CD7217D-DEFC-F9AE-A435-93049FCE61F2}"/>
              </a:ext>
            </a:extLst>
          </p:cNvPr>
          <p:cNvSpPr/>
          <p:nvPr/>
        </p:nvSpPr>
        <p:spPr>
          <a:xfrm>
            <a:off x="598744" y="2810912"/>
            <a:ext cx="5340096" cy="2177775"/>
          </a:xfrm>
          <a:prstGeom prst="roundRect">
            <a:avLst>
              <a:gd name="adj" fmla="val 3256"/>
            </a:avLst>
          </a:prstGeom>
          <a:solidFill>
            <a:srgbClr val="F9F9F9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B987BDEC-AA7D-1D2C-EC93-8207E625F9DC}"/>
              </a:ext>
            </a:extLst>
          </p:cNvPr>
          <p:cNvSpPr/>
          <p:nvPr/>
        </p:nvSpPr>
        <p:spPr>
          <a:xfrm>
            <a:off x="956556" y="3377840"/>
            <a:ext cx="868680" cy="868680"/>
          </a:xfrm>
          <a:prstGeom prst="ellipse">
            <a:avLst/>
          </a:prstGeom>
          <a:solidFill>
            <a:srgbClr val="FC6E70"/>
          </a:solidFill>
          <a:ln/>
        </p:spPr>
        <p:txBody>
          <a:bodyPr/>
          <a:lstStyle/>
          <a:p>
            <a:endParaRPr lang="ko-KR" altLang="en-US">
              <a:solidFill>
                <a:srgbClr val="C82D2A"/>
              </a:solidFill>
              <a:latin typeface="+mn-ea"/>
            </a:endParaRPr>
          </a:p>
        </p:txBody>
      </p:sp>
      <p:pic>
        <p:nvPicPr>
          <p:cNvPr id="11" name="Image 0" descr="/home/claude/icon_mentor.png">
            <a:extLst>
              <a:ext uri="{FF2B5EF4-FFF2-40B4-BE49-F238E27FC236}">
                <a16:creationId xmlns:a16="http://schemas.microsoft.com/office/drawing/2014/main" id="{C1F3A70B-5DA2-B3E9-F46F-A461ED25D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724" y="3579008"/>
            <a:ext cx="457200" cy="457200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D879A38C-5F3A-F8E0-932C-3C7EB1D45E52}"/>
              </a:ext>
            </a:extLst>
          </p:cNvPr>
          <p:cNvSpPr txBox="1"/>
          <p:nvPr/>
        </p:nvSpPr>
        <p:spPr>
          <a:xfrm>
            <a:off x="2053836" y="4204821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DA2127"/>
                </a:solidFill>
                <a:latin typeface="+mn-ea"/>
                <a:cs typeface="Calibri" pitchFamily="34" charset="-120"/>
              </a:rPr>
              <a:t>주</a:t>
            </a:r>
            <a:r>
              <a:rPr lang="en-US" sz="1600" b="1" dirty="0">
                <a:solidFill>
                  <a:srgbClr val="DA2127"/>
                </a:solidFill>
                <a:latin typeface="+mn-ea"/>
                <a:cs typeface="Calibri" pitchFamily="34" charset="-120"/>
              </a:rPr>
              <a:t> </a:t>
            </a:r>
            <a:r>
              <a:rPr lang="en-US" altLang="ko-KR" sz="1600" b="1" dirty="0">
                <a:solidFill>
                  <a:srgbClr val="DA2127"/>
                </a:solidFill>
                <a:latin typeface="+mn-ea"/>
                <a:cs typeface="Calibri" pitchFamily="34" charset="-120"/>
              </a:rPr>
              <a:t>1</a:t>
            </a:r>
            <a:r>
              <a:rPr lang="en-US" sz="1600" b="1" dirty="0">
                <a:solidFill>
                  <a:srgbClr val="DA2127"/>
                </a:solidFill>
                <a:latin typeface="+mn-ea"/>
                <a:cs typeface="Calibri" pitchFamily="34" charset="-120"/>
              </a:rPr>
              <a:t>회 진행</a:t>
            </a:r>
            <a:endParaRPr lang="en-US" sz="1600" dirty="0">
              <a:solidFill>
                <a:srgbClr val="DA2127"/>
              </a:solidFill>
              <a:latin typeface="+mn-ea"/>
            </a:endParaRPr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12C77EE0-61A6-13B9-DD98-AB3307DF4A31}"/>
              </a:ext>
            </a:extLst>
          </p:cNvPr>
          <p:cNvSpPr/>
          <p:nvPr/>
        </p:nvSpPr>
        <p:spPr>
          <a:xfrm>
            <a:off x="6350320" y="2810912"/>
            <a:ext cx="5340096" cy="2177768"/>
          </a:xfrm>
          <a:prstGeom prst="roundRect">
            <a:avLst>
              <a:gd name="adj" fmla="val 3256"/>
            </a:avLst>
          </a:prstGeom>
          <a:solidFill>
            <a:srgbClr val="F9F9F9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52CA2E89-ECF8-0600-B4A0-C36FA7677F8D}"/>
              </a:ext>
            </a:extLst>
          </p:cNvPr>
          <p:cNvSpPr/>
          <p:nvPr/>
        </p:nvSpPr>
        <p:spPr>
          <a:xfrm>
            <a:off x="6708132" y="3377840"/>
            <a:ext cx="868680" cy="868680"/>
          </a:xfrm>
          <a:prstGeom prst="ellipse">
            <a:avLst/>
          </a:prstGeom>
          <a:solidFill>
            <a:srgbClr val="FC6E70"/>
          </a:solidFill>
          <a:ln/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24" name="Image 3" descr="/home/claude/icon_team.png">
            <a:extLst>
              <a:ext uri="{FF2B5EF4-FFF2-40B4-BE49-F238E27FC236}">
                <a16:creationId xmlns:a16="http://schemas.microsoft.com/office/drawing/2014/main" id="{89C56ADE-5831-4D19-7696-1E95B8716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9300" y="3579008"/>
            <a:ext cx="457200" cy="457200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D75C3F72-087B-28D1-C61A-13A4BC22927F}"/>
              </a:ext>
            </a:extLst>
          </p:cNvPr>
          <p:cNvSpPr txBox="1"/>
          <p:nvPr/>
        </p:nvSpPr>
        <p:spPr>
          <a:xfrm>
            <a:off x="7805412" y="3396128"/>
            <a:ext cx="23493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200" b="1" dirty="0">
                <a:latin typeface="+mn-ea"/>
              </a:rPr>
              <a:t>팀원 간 회의</a:t>
            </a:r>
            <a:endParaRPr lang="en-US" sz="2200" dirty="0">
              <a:latin typeface="+mn-ea"/>
            </a:endParaRP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653BAC87-A3C4-FC2A-FD63-E27D70DB4B48}"/>
              </a:ext>
            </a:extLst>
          </p:cNvPr>
          <p:cNvSpPr txBox="1"/>
          <p:nvPr/>
        </p:nvSpPr>
        <p:spPr>
          <a:xfrm>
            <a:off x="7805412" y="4204821"/>
            <a:ext cx="22452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DA2127"/>
                </a:solidFill>
                <a:latin typeface="+mn-ea"/>
                <a:cs typeface="Calibri" pitchFamily="34" charset="-120"/>
              </a:rPr>
              <a:t>주</a:t>
            </a:r>
            <a:r>
              <a:rPr lang="en-US" sz="1600" b="1" dirty="0">
                <a:solidFill>
                  <a:srgbClr val="DA2127"/>
                </a:solidFill>
                <a:latin typeface="+mn-ea"/>
                <a:cs typeface="Calibri" pitchFamily="34" charset="-120"/>
              </a:rPr>
              <a:t> </a:t>
            </a:r>
            <a:r>
              <a:rPr lang="en-US" altLang="ko-KR" sz="1600" b="1" dirty="0">
                <a:solidFill>
                  <a:srgbClr val="DA2127"/>
                </a:solidFill>
                <a:latin typeface="+mn-ea"/>
                <a:cs typeface="Calibri" pitchFamily="34" charset="-120"/>
              </a:rPr>
              <a:t>2~3</a:t>
            </a:r>
            <a:r>
              <a:rPr lang="en-US" sz="1600" b="1" dirty="0">
                <a:solidFill>
                  <a:srgbClr val="DA2127"/>
                </a:solidFill>
                <a:latin typeface="+mn-ea"/>
                <a:cs typeface="Calibri" pitchFamily="34" charset="-120"/>
              </a:rPr>
              <a:t>회 진행</a:t>
            </a:r>
            <a:endParaRPr lang="en-US" sz="1600" dirty="0">
              <a:solidFill>
                <a:srgbClr val="DA2127"/>
              </a:solidFill>
              <a:latin typeface="+mn-ea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ED82FD5A-16CB-9DC8-1BB6-7D08947F812A}"/>
              </a:ext>
            </a:extLst>
          </p:cNvPr>
          <p:cNvSpPr txBox="1"/>
          <p:nvPr/>
        </p:nvSpPr>
        <p:spPr>
          <a:xfrm>
            <a:off x="2026404" y="3399832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200" b="1" dirty="0">
                <a:latin typeface="+mn-ea"/>
                <a:cs typeface="Cambria" pitchFamily="34" charset="-120"/>
              </a:rPr>
              <a:t>멘토와의</a:t>
            </a:r>
            <a:r>
              <a:rPr lang="en-US" sz="2200" b="1" dirty="0">
                <a:latin typeface="+mn-ea"/>
                <a:cs typeface="Cambria" pitchFamily="34" charset="-120"/>
              </a:rPr>
              <a:t> </a:t>
            </a:r>
            <a:r>
              <a:rPr lang="ko-KR" altLang="en-US" sz="2200" b="1" dirty="0">
                <a:latin typeface="+mn-ea"/>
                <a:cs typeface="Cambria" pitchFamily="34" charset="-120"/>
              </a:rPr>
              <a:t>회의</a:t>
            </a:r>
            <a:endParaRPr lang="en-US" sz="2200" dirty="0">
              <a:latin typeface="+mn-ea"/>
            </a:endParaRPr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36674DB6-6165-1675-25CD-AD707FD0A1DA}"/>
              </a:ext>
            </a:extLst>
          </p:cNvPr>
          <p:cNvSpPr txBox="1"/>
          <p:nvPr/>
        </p:nvSpPr>
        <p:spPr>
          <a:xfrm>
            <a:off x="2053836" y="3809460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600" b="1" dirty="0">
                <a:solidFill>
                  <a:srgbClr val="FC6E70"/>
                </a:solidFill>
                <a:latin typeface="+mn-ea"/>
                <a:cs typeface="Calibri" pitchFamily="34" charset="-120"/>
              </a:rPr>
              <a:t>대면 방식</a:t>
            </a:r>
            <a:endParaRPr lang="en-US" sz="1600" dirty="0">
              <a:solidFill>
                <a:srgbClr val="FC6E70"/>
              </a:solidFill>
              <a:latin typeface="+mn-ea"/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C839E267-7E37-9EDF-5C9E-5AF22E94BE21}"/>
              </a:ext>
            </a:extLst>
          </p:cNvPr>
          <p:cNvSpPr txBox="1"/>
          <p:nvPr/>
        </p:nvSpPr>
        <p:spPr>
          <a:xfrm>
            <a:off x="7805412" y="3807608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600" b="1" dirty="0">
                <a:solidFill>
                  <a:srgbClr val="FC6E70"/>
                </a:solidFill>
                <a:latin typeface="+mn-ea"/>
                <a:cs typeface="Calibri" pitchFamily="34" charset="-120"/>
              </a:rPr>
              <a:t>대면</a:t>
            </a:r>
            <a:r>
              <a:rPr lang="en-US" altLang="ko-KR" sz="1600" b="1" dirty="0">
                <a:solidFill>
                  <a:srgbClr val="FC6E70"/>
                </a:solidFill>
                <a:latin typeface="+mn-ea"/>
                <a:cs typeface="Calibri" pitchFamily="34" charset="-120"/>
              </a:rPr>
              <a:t>,</a:t>
            </a:r>
            <a:r>
              <a:rPr lang="ko-KR" altLang="en-US" sz="1600" b="1" dirty="0">
                <a:solidFill>
                  <a:srgbClr val="FC6E70"/>
                </a:solidFill>
                <a:latin typeface="+mn-ea"/>
                <a:cs typeface="Calibri" pitchFamily="34" charset="-120"/>
              </a:rPr>
              <a:t> </a:t>
            </a:r>
            <a:r>
              <a:rPr lang="ko-KR" altLang="en-US" sz="1600" b="1" dirty="0" err="1">
                <a:solidFill>
                  <a:srgbClr val="FC6E70"/>
                </a:solidFill>
                <a:latin typeface="+mn-ea"/>
                <a:cs typeface="Calibri" pitchFamily="34" charset="-120"/>
              </a:rPr>
              <a:t>비대면</a:t>
            </a:r>
            <a:r>
              <a:rPr lang="ko-KR" altLang="en-US" sz="1600" b="1" dirty="0">
                <a:solidFill>
                  <a:srgbClr val="FC6E70"/>
                </a:solidFill>
                <a:latin typeface="+mn-ea"/>
                <a:cs typeface="Calibri" pitchFamily="34" charset="-120"/>
              </a:rPr>
              <a:t> 혼합</a:t>
            </a:r>
            <a:endParaRPr lang="en-US" sz="1600" dirty="0">
              <a:solidFill>
                <a:srgbClr val="FC6E7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0B27EE-2B8F-D056-7C54-A3E999414C55}"/>
              </a:ext>
            </a:extLst>
          </p:cNvPr>
          <p:cNvSpPr txBox="1"/>
          <p:nvPr/>
        </p:nvSpPr>
        <p:spPr>
          <a:xfrm>
            <a:off x="10661650" y="6481636"/>
            <a:ext cx="146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27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75A7E-AC2C-3D3E-B291-9BD517669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15DEE121-6B12-EA18-97CF-11A1C98E0C7B}"/>
              </a:ext>
            </a:extLst>
          </p:cNvPr>
          <p:cNvSpPr/>
          <p:nvPr/>
        </p:nvSpPr>
        <p:spPr>
          <a:xfrm>
            <a:off x="6089736" y="4868431"/>
            <a:ext cx="4694645" cy="928115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BCBABF73-6E6E-4897-809C-504FF19DDD84}"/>
              </a:ext>
            </a:extLst>
          </p:cNvPr>
          <p:cNvSpPr/>
          <p:nvPr/>
        </p:nvSpPr>
        <p:spPr>
          <a:xfrm>
            <a:off x="443345" y="1653311"/>
            <a:ext cx="11259129" cy="4433455"/>
          </a:xfrm>
          <a:prstGeom prst="roundRect">
            <a:avLst>
              <a:gd name="adj" fmla="val 6405"/>
            </a:avLst>
          </a:prstGeom>
          <a:solidFill>
            <a:schemeClr val="tx1">
              <a:lumMod val="50000"/>
              <a:lumOff val="50000"/>
              <a:alpha val="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B39F1AD-18BD-D712-DD81-DF2DD456BFBC}"/>
              </a:ext>
            </a:extLst>
          </p:cNvPr>
          <p:cNvSpPr/>
          <p:nvPr/>
        </p:nvSpPr>
        <p:spPr>
          <a:xfrm>
            <a:off x="1152525" y="1422402"/>
            <a:ext cx="1310069" cy="523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Google Shape;98;p13" descr="image.png">
            <a:extLst>
              <a:ext uri="{FF2B5EF4-FFF2-40B4-BE49-F238E27FC236}">
                <a16:creationId xmlns:a16="http://schemas.microsoft.com/office/drawing/2014/main" id="{CF9D7536-8C4B-0605-5CF2-A33A115A94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1375" y="1538145"/>
            <a:ext cx="22234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99;p13">
            <a:extLst>
              <a:ext uri="{FF2B5EF4-FFF2-40B4-BE49-F238E27FC236}">
                <a16:creationId xmlns:a16="http://schemas.microsoft.com/office/drawing/2014/main" id="{A346E80E-B47F-DEC7-38C4-F91216D7E734}"/>
              </a:ext>
            </a:extLst>
          </p:cNvPr>
          <p:cNvSpPr txBox="1"/>
          <p:nvPr/>
        </p:nvSpPr>
        <p:spPr>
          <a:xfrm>
            <a:off x="1552573" y="1468645"/>
            <a:ext cx="9100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>
                <a:solidFill>
                  <a:srgbClr val="222222"/>
                </a:solidFill>
                <a:latin typeface="Noto Sans KR"/>
                <a:ea typeface="Noto Sans KR"/>
                <a:sym typeface="Noto Sans KR"/>
              </a:rPr>
              <a:t>구직자</a:t>
            </a:r>
            <a:endParaRPr sz="2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9665AAE-C1AD-0D2E-597F-6088300E6D50}"/>
              </a:ext>
            </a:extLst>
          </p:cNvPr>
          <p:cNvGrpSpPr/>
          <p:nvPr/>
        </p:nvGrpSpPr>
        <p:grpSpPr>
          <a:xfrm>
            <a:off x="3257217" y="374448"/>
            <a:ext cx="5677566" cy="582688"/>
            <a:chOff x="3257217" y="374448"/>
            <a:chExt cx="5677566" cy="582688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477D1B9-D97E-6413-44C7-77639B2F5093}"/>
                </a:ext>
              </a:extLst>
            </p:cNvPr>
            <p:cNvSpPr txBox="1"/>
            <p:nvPr/>
          </p:nvSpPr>
          <p:spPr>
            <a:xfrm>
              <a:off x="3257217" y="374448"/>
              <a:ext cx="56775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240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</a:lstStyle>
            <a:p>
              <a:r>
                <a:rPr lang="ko-KR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기대 효과 및 활용 방안</a:t>
              </a: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334EE519-6987-0231-5471-21600E930E53}"/>
                </a:ext>
              </a:extLst>
            </p:cNvPr>
            <p:cNvCxnSpPr/>
            <p:nvPr/>
          </p:nvCxnSpPr>
          <p:spPr>
            <a:xfrm>
              <a:off x="3302000" y="957136"/>
              <a:ext cx="5588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C154BE38-3098-E7E4-DF0D-46E6ADC95A1D}"/>
              </a:ext>
            </a:extLst>
          </p:cNvPr>
          <p:cNvSpPr txBox="1"/>
          <p:nvPr/>
        </p:nvSpPr>
        <p:spPr>
          <a:xfrm>
            <a:off x="10661650" y="6481636"/>
            <a:ext cx="146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Google Shape;86;p13" descr="image.png">
            <a:extLst>
              <a:ext uri="{FF2B5EF4-FFF2-40B4-BE49-F238E27FC236}">
                <a16:creationId xmlns:a16="http://schemas.microsoft.com/office/drawing/2014/main" id="{92A05D22-28B3-1C9C-377F-C96C9E4E78F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9736" y="1979187"/>
            <a:ext cx="4694645" cy="928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87;p13" descr="image.png">
            <a:extLst>
              <a:ext uri="{FF2B5EF4-FFF2-40B4-BE49-F238E27FC236}">
                <a16:creationId xmlns:a16="http://schemas.microsoft.com/office/drawing/2014/main" id="{605B351A-1675-3465-65FA-1B1CEED4761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9736" y="3141238"/>
            <a:ext cx="4694645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88;p13" descr="image.png">
            <a:extLst>
              <a:ext uri="{FF2B5EF4-FFF2-40B4-BE49-F238E27FC236}">
                <a16:creationId xmlns:a16="http://schemas.microsoft.com/office/drawing/2014/main" id="{F05B1941-6630-305B-8D29-E517FD8F1D7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11953" y="4917859"/>
            <a:ext cx="4694644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6;p13" descr="image.png">
            <a:extLst>
              <a:ext uri="{FF2B5EF4-FFF2-40B4-BE49-F238E27FC236}">
                <a16:creationId xmlns:a16="http://schemas.microsoft.com/office/drawing/2014/main" id="{D2C1B5D2-6318-74F1-CF0F-82C9BBA4432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967" y="2156484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97;p13">
            <a:extLst>
              <a:ext uri="{FF2B5EF4-FFF2-40B4-BE49-F238E27FC236}">
                <a16:creationId xmlns:a16="http://schemas.microsoft.com/office/drawing/2014/main" id="{885F7C3B-F3EC-B316-3965-B02BD0BDE221}"/>
              </a:ext>
            </a:extLst>
          </p:cNvPr>
          <p:cNvSpPr txBox="1"/>
          <p:nvPr/>
        </p:nvSpPr>
        <p:spPr>
          <a:xfrm>
            <a:off x="7480386" y="2307801"/>
            <a:ext cx="27180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AI </a:t>
            </a:r>
            <a:r>
              <a:rPr lang="en-US" sz="240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학습</a:t>
            </a:r>
            <a:r>
              <a:rPr lang="en-US" sz="240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방향</a:t>
            </a:r>
            <a:r>
              <a:rPr lang="en-US" sz="240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안내</a:t>
            </a:r>
            <a:endParaRPr sz="2400" dirty="0"/>
          </a:p>
        </p:txBody>
      </p:sp>
      <p:pic>
        <p:nvPicPr>
          <p:cNvPr id="19" name="Google Shape;98;p13" descr="image.png">
            <a:extLst>
              <a:ext uri="{FF2B5EF4-FFF2-40B4-BE49-F238E27FC236}">
                <a16:creationId xmlns:a16="http://schemas.microsoft.com/office/drawing/2014/main" id="{827A2403-2327-576F-884D-44522368DB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1967" y="3318534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99;p13">
            <a:extLst>
              <a:ext uri="{FF2B5EF4-FFF2-40B4-BE49-F238E27FC236}">
                <a16:creationId xmlns:a16="http://schemas.microsoft.com/office/drawing/2014/main" id="{AE3EC2A2-C861-DA91-E8D8-A7D3B38258D6}"/>
              </a:ext>
            </a:extLst>
          </p:cNvPr>
          <p:cNvSpPr txBox="1"/>
          <p:nvPr/>
        </p:nvSpPr>
        <p:spPr>
          <a:xfrm>
            <a:off x="7480386" y="3469851"/>
            <a:ext cx="26138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AI </a:t>
            </a:r>
            <a:r>
              <a:rPr lang="en-US" sz="240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포트폴리오</a:t>
            </a:r>
            <a:r>
              <a:rPr lang="en-US" sz="240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제작</a:t>
            </a:r>
            <a:endParaRPr sz="2400" dirty="0"/>
          </a:p>
        </p:txBody>
      </p:sp>
      <p:sp>
        <p:nvSpPr>
          <p:cNvPr id="23" name="Google Shape;100;p13">
            <a:extLst>
              <a:ext uri="{FF2B5EF4-FFF2-40B4-BE49-F238E27FC236}">
                <a16:creationId xmlns:a16="http://schemas.microsoft.com/office/drawing/2014/main" id="{22FE506F-C665-538A-4873-84C4AB86E48D}"/>
              </a:ext>
            </a:extLst>
          </p:cNvPr>
          <p:cNvSpPr/>
          <p:nvPr/>
        </p:nvSpPr>
        <p:spPr>
          <a:xfrm>
            <a:off x="5648764" y="4527698"/>
            <a:ext cx="2521743" cy="1905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101;p13" descr="image.png">
            <a:extLst>
              <a:ext uri="{FF2B5EF4-FFF2-40B4-BE49-F238E27FC236}">
                <a16:creationId xmlns:a16="http://schemas.microsoft.com/office/drawing/2014/main" id="{BBE58769-C96C-58B4-95EF-CE16A4A3354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13383" y="434672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102;p13">
            <a:extLst>
              <a:ext uri="{FF2B5EF4-FFF2-40B4-BE49-F238E27FC236}">
                <a16:creationId xmlns:a16="http://schemas.microsoft.com/office/drawing/2014/main" id="{A2676196-FE99-D36B-43FF-55C71645F199}"/>
              </a:ext>
            </a:extLst>
          </p:cNvPr>
          <p:cNvSpPr/>
          <p:nvPr/>
        </p:nvSpPr>
        <p:spPr>
          <a:xfrm>
            <a:off x="8837258" y="4527698"/>
            <a:ext cx="2521743" cy="1905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103;p13" descr="image.png">
            <a:extLst>
              <a:ext uri="{FF2B5EF4-FFF2-40B4-BE49-F238E27FC236}">
                <a16:creationId xmlns:a16="http://schemas.microsoft.com/office/drawing/2014/main" id="{75934959-B840-FF12-87AB-0698565C72FE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86812" y="498811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104;p13">
            <a:extLst>
              <a:ext uri="{FF2B5EF4-FFF2-40B4-BE49-F238E27FC236}">
                <a16:creationId xmlns:a16="http://schemas.microsoft.com/office/drawing/2014/main" id="{61D49C9F-81A9-8A8D-098C-67D914026912}"/>
              </a:ext>
            </a:extLst>
          </p:cNvPr>
          <p:cNvSpPr txBox="1"/>
          <p:nvPr/>
        </p:nvSpPr>
        <p:spPr>
          <a:xfrm>
            <a:off x="7328421" y="5197930"/>
            <a:ext cx="31231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구직 준비 부담 감소</a:t>
            </a:r>
            <a:endParaRPr sz="2400" dirty="0"/>
          </a:p>
        </p:txBody>
      </p:sp>
      <p:pic>
        <p:nvPicPr>
          <p:cNvPr id="33" name="Google Shape;105;p13" descr="image.png">
            <a:extLst>
              <a:ext uri="{FF2B5EF4-FFF2-40B4-BE49-F238E27FC236}">
                <a16:creationId xmlns:a16="http://schemas.microsoft.com/office/drawing/2014/main" id="{25E7B321-C193-7441-D671-1C459B14962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06726" y="2337459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106;p13" descr="image.png">
            <a:extLst>
              <a:ext uri="{FF2B5EF4-FFF2-40B4-BE49-F238E27FC236}">
                <a16:creationId xmlns:a16="http://schemas.microsoft.com/office/drawing/2014/main" id="{1E62F3A9-0C95-5FE3-93E1-CB0473331AA2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06726" y="3499509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107;p13" descr="image.png">
            <a:extLst>
              <a:ext uri="{FF2B5EF4-FFF2-40B4-BE49-F238E27FC236}">
                <a16:creationId xmlns:a16="http://schemas.microsoft.com/office/drawing/2014/main" id="{AADCF9C6-B2EE-642C-94D3-410CC82D3E8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37059" y="4451498"/>
            <a:ext cx="133498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108;p13" descr="image.png">
            <a:extLst>
              <a:ext uri="{FF2B5EF4-FFF2-40B4-BE49-F238E27FC236}">
                <a16:creationId xmlns:a16="http://schemas.microsoft.com/office/drawing/2014/main" id="{E20441EE-4E52-FE2D-4FA9-9BD792642AB0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610646" y="5169090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 descr="그림, 일러스트레이션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CEB0E8-C6E7-FAE3-FD4C-3EA7C992477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357" y="2176527"/>
            <a:ext cx="3917719" cy="343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505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76796-DB83-45FC-A78A-7DE5D31CD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338E9A4-F56A-DA2A-EC8B-8B624C3E8BA7}"/>
              </a:ext>
            </a:extLst>
          </p:cNvPr>
          <p:cNvSpPr/>
          <p:nvPr/>
        </p:nvSpPr>
        <p:spPr>
          <a:xfrm>
            <a:off x="443345" y="1653311"/>
            <a:ext cx="11259129" cy="4433455"/>
          </a:xfrm>
          <a:prstGeom prst="roundRect">
            <a:avLst>
              <a:gd name="adj" fmla="val 6405"/>
            </a:avLst>
          </a:prstGeom>
          <a:solidFill>
            <a:schemeClr val="tx1">
              <a:lumMod val="50000"/>
              <a:lumOff val="50000"/>
              <a:alpha val="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3FB0637-D4EB-7C8B-F68F-C402598BA9CE}"/>
              </a:ext>
            </a:extLst>
          </p:cNvPr>
          <p:cNvSpPr/>
          <p:nvPr/>
        </p:nvSpPr>
        <p:spPr>
          <a:xfrm>
            <a:off x="1152526" y="1422402"/>
            <a:ext cx="1114424" cy="523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Google Shape;98;p13" descr="서류 가방 단색으로 채워진">
            <a:extLst>
              <a:ext uri="{FF2B5EF4-FFF2-40B4-BE49-F238E27FC236}">
                <a16:creationId xmlns:a16="http://schemas.microsoft.com/office/drawing/2014/main" id="{D2C4A582-6EA9-08AD-D214-52B095A801CE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1376" y="1510585"/>
            <a:ext cx="277578" cy="30008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99;p13">
            <a:extLst>
              <a:ext uri="{FF2B5EF4-FFF2-40B4-BE49-F238E27FC236}">
                <a16:creationId xmlns:a16="http://schemas.microsoft.com/office/drawing/2014/main" id="{D22336DF-55D5-735C-7EF8-263DC5F9C570}"/>
              </a:ext>
            </a:extLst>
          </p:cNvPr>
          <p:cNvSpPr txBox="1"/>
          <p:nvPr/>
        </p:nvSpPr>
        <p:spPr>
          <a:xfrm>
            <a:off x="1607804" y="1475959"/>
            <a:ext cx="74280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222222"/>
                </a:solidFill>
                <a:latin typeface="Noto Sans KR"/>
                <a:ea typeface="Noto Sans KR"/>
                <a:sym typeface="Noto Sans KR"/>
              </a:rPr>
              <a:t>기업</a:t>
            </a:r>
            <a:endParaRPr sz="2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01A8B00-AFC0-AE6F-114D-2A04FBEE9D50}"/>
              </a:ext>
            </a:extLst>
          </p:cNvPr>
          <p:cNvGrpSpPr/>
          <p:nvPr/>
        </p:nvGrpSpPr>
        <p:grpSpPr>
          <a:xfrm>
            <a:off x="3257217" y="374448"/>
            <a:ext cx="5677566" cy="582688"/>
            <a:chOff x="3257217" y="374448"/>
            <a:chExt cx="5677566" cy="582688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350EC2C-460E-19DD-6CF2-A056A751A04B}"/>
                </a:ext>
              </a:extLst>
            </p:cNvPr>
            <p:cNvSpPr txBox="1"/>
            <p:nvPr/>
          </p:nvSpPr>
          <p:spPr>
            <a:xfrm>
              <a:off x="3257217" y="374448"/>
              <a:ext cx="56775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240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</a:lstStyle>
            <a:p>
              <a:r>
                <a:rPr lang="ko-KR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기대 효과 및 활용 방안</a:t>
              </a: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6CE96145-CCB1-AFF1-6F73-4F0170BC4E34}"/>
                </a:ext>
              </a:extLst>
            </p:cNvPr>
            <p:cNvCxnSpPr/>
            <p:nvPr/>
          </p:nvCxnSpPr>
          <p:spPr>
            <a:xfrm>
              <a:off x="3302000" y="957136"/>
              <a:ext cx="5588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A6036F94-DFE5-7C40-A595-0E9099A5EBE3}"/>
              </a:ext>
            </a:extLst>
          </p:cNvPr>
          <p:cNvSpPr txBox="1"/>
          <p:nvPr/>
        </p:nvSpPr>
        <p:spPr>
          <a:xfrm>
            <a:off x="10661650" y="6481636"/>
            <a:ext cx="146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Google Shape;115;p14" descr="image.png">
            <a:extLst>
              <a:ext uri="{FF2B5EF4-FFF2-40B4-BE49-F238E27FC236}">
                <a16:creationId xmlns:a16="http://schemas.microsoft.com/office/drawing/2014/main" id="{42A1C851-7CD9-5881-BF77-BCDC24284AD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33730" y="2046555"/>
            <a:ext cx="4661371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16;p14" descr="image.png">
            <a:extLst>
              <a:ext uri="{FF2B5EF4-FFF2-40B4-BE49-F238E27FC236}">
                <a16:creationId xmlns:a16="http://schemas.microsoft.com/office/drawing/2014/main" id="{422EB49A-E279-229A-1042-6076D3B4C3C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33730" y="3208605"/>
            <a:ext cx="4661371" cy="877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17;p14" descr="image.png">
            <a:extLst>
              <a:ext uri="{FF2B5EF4-FFF2-40B4-BE49-F238E27FC236}">
                <a16:creationId xmlns:a16="http://schemas.microsoft.com/office/drawing/2014/main" id="{59D294A0-580C-9524-6551-624C725C704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53739" y="4903919"/>
            <a:ext cx="4661371" cy="879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25;p14" descr="image.png">
            <a:extLst>
              <a:ext uri="{FF2B5EF4-FFF2-40B4-BE49-F238E27FC236}">
                <a16:creationId xmlns:a16="http://schemas.microsoft.com/office/drawing/2014/main" id="{C2614328-6EC5-5146-79A6-44684687056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5824" y="214538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126;p14">
            <a:extLst>
              <a:ext uri="{FF2B5EF4-FFF2-40B4-BE49-F238E27FC236}">
                <a16:creationId xmlns:a16="http://schemas.microsoft.com/office/drawing/2014/main" id="{65AA88E2-828A-5298-9433-5EF5EC51E767}"/>
              </a:ext>
            </a:extLst>
          </p:cNvPr>
          <p:cNvSpPr txBox="1"/>
          <p:nvPr/>
        </p:nvSpPr>
        <p:spPr>
          <a:xfrm>
            <a:off x="7439278" y="2326355"/>
            <a:ext cx="27998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자격증명</a:t>
            </a:r>
            <a:r>
              <a:rPr lang="en-US" sz="240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진위</a:t>
            </a:r>
            <a:r>
              <a:rPr lang="en-US" sz="240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확인</a:t>
            </a:r>
            <a:endParaRPr sz="2400" dirty="0"/>
          </a:p>
        </p:txBody>
      </p:sp>
      <p:pic>
        <p:nvPicPr>
          <p:cNvPr id="28" name="Google Shape;127;p14" descr="image.png">
            <a:extLst>
              <a:ext uri="{FF2B5EF4-FFF2-40B4-BE49-F238E27FC236}">
                <a16:creationId xmlns:a16="http://schemas.microsoft.com/office/drawing/2014/main" id="{D744A817-83B5-E388-2BB0-14CA5D21908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79999" y="3304118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128;p14">
            <a:extLst>
              <a:ext uri="{FF2B5EF4-FFF2-40B4-BE49-F238E27FC236}">
                <a16:creationId xmlns:a16="http://schemas.microsoft.com/office/drawing/2014/main" id="{E5C602F5-94E6-A1D1-861B-CDA85AB5AB79}"/>
              </a:ext>
            </a:extLst>
          </p:cNvPr>
          <p:cNvSpPr txBox="1"/>
          <p:nvPr/>
        </p:nvSpPr>
        <p:spPr>
          <a:xfrm>
            <a:off x="7115569" y="3500706"/>
            <a:ext cx="38445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같은</a:t>
            </a:r>
            <a:r>
              <a:rPr lang="en-US" sz="240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형식으로</a:t>
            </a:r>
            <a:r>
              <a:rPr lang="en-US" sz="240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정리된</a:t>
            </a:r>
            <a:r>
              <a:rPr lang="en-US" sz="240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이력</a:t>
            </a:r>
            <a:endParaRPr sz="2400" dirty="0"/>
          </a:p>
        </p:txBody>
      </p:sp>
      <p:sp>
        <p:nvSpPr>
          <p:cNvPr id="36" name="Google Shape;129;p14">
            <a:extLst>
              <a:ext uri="{FF2B5EF4-FFF2-40B4-BE49-F238E27FC236}">
                <a16:creationId xmlns:a16="http://schemas.microsoft.com/office/drawing/2014/main" id="{77B6D70E-A2F0-1C64-7330-DC4B48E8B5B5}"/>
              </a:ext>
            </a:extLst>
          </p:cNvPr>
          <p:cNvSpPr/>
          <p:nvPr/>
        </p:nvSpPr>
        <p:spPr>
          <a:xfrm>
            <a:off x="5650706" y="4526542"/>
            <a:ext cx="2521743" cy="1905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130;p14" descr="image.png">
            <a:extLst>
              <a:ext uri="{FF2B5EF4-FFF2-40B4-BE49-F238E27FC236}">
                <a16:creationId xmlns:a16="http://schemas.microsoft.com/office/drawing/2014/main" id="{B53D3DC0-8525-2E51-63F1-916EE27CFF1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15325" y="434556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131;p14">
            <a:extLst>
              <a:ext uri="{FF2B5EF4-FFF2-40B4-BE49-F238E27FC236}">
                <a16:creationId xmlns:a16="http://schemas.microsoft.com/office/drawing/2014/main" id="{4D527EF6-6365-D5E3-CDD9-461917BFC890}"/>
              </a:ext>
            </a:extLst>
          </p:cNvPr>
          <p:cNvSpPr/>
          <p:nvPr/>
        </p:nvSpPr>
        <p:spPr>
          <a:xfrm>
            <a:off x="8839200" y="4526542"/>
            <a:ext cx="2521743" cy="1905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132;p14" descr="image.png">
            <a:extLst>
              <a:ext uri="{FF2B5EF4-FFF2-40B4-BE49-F238E27FC236}">
                <a16:creationId xmlns:a16="http://schemas.microsoft.com/office/drawing/2014/main" id="{D888F334-738D-743E-CC5F-75B4BF06EC6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06083" y="501005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133;p14">
            <a:extLst>
              <a:ext uri="{FF2B5EF4-FFF2-40B4-BE49-F238E27FC236}">
                <a16:creationId xmlns:a16="http://schemas.microsoft.com/office/drawing/2014/main" id="{66A9BF1A-9C64-3C68-EC73-1AD65D87CF26}"/>
              </a:ext>
            </a:extLst>
          </p:cNvPr>
          <p:cNvSpPr txBox="1"/>
          <p:nvPr/>
        </p:nvSpPr>
        <p:spPr>
          <a:xfrm>
            <a:off x="7319921" y="5204689"/>
            <a:ext cx="34751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서류 확인 비용 절감</a:t>
            </a:r>
            <a:endParaRPr sz="2400" dirty="0"/>
          </a:p>
        </p:txBody>
      </p:sp>
      <p:pic>
        <p:nvPicPr>
          <p:cNvPr id="52" name="Google Shape;134;p14" descr="image.png">
            <a:extLst>
              <a:ext uri="{FF2B5EF4-FFF2-40B4-BE49-F238E27FC236}">
                <a16:creationId xmlns:a16="http://schemas.microsoft.com/office/drawing/2014/main" id="{A402720E-0546-179F-A5E9-DCB39CCC740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70583" y="2326355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135;p14" descr="image.png">
            <a:extLst>
              <a:ext uri="{FF2B5EF4-FFF2-40B4-BE49-F238E27FC236}">
                <a16:creationId xmlns:a16="http://schemas.microsoft.com/office/drawing/2014/main" id="{DBD31FA6-64E3-98D5-040F-6C00B526A020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94758" y="3485093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136;p14" descr="image.png">
            <a:extLst>
              <a:ext uri="{FF2B5EF4-FFF2-40B4-BE49-F238E27FC236}">
                <a16:creationId xmlns:a16="http://schemas.microsoft.com/office/drawing/2014/main" id="{3119F9F6-D705-72AC-86F1-E565D8FBD38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39001" y="4450342"/>
            <a:ext cx="133498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137;p14" descr="image.png">
            <a:extLst>
              <a:ext uri="{FF2B5EF4-FFF2-40B4-BE49-F238E27FC236}">
                <a16:creationId xmlns:a16="http://schemas.microsoft.com/office/drawing/2014/main" id="{105D15AA-34D1-CEBE-43F4-D0F7F51709C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620916" y="5210922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 descr="슈트, 사람, 의류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13E4B6-8330-D24C-C1F0-9022C5E5BAC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11" y="2317611"/>
            <a:ext cx="4759429" cy="3170442"/>
          </a:xfrm>
          <a:prstGeom prst="rect">
            <a:avLst/>
          </a:prstGeom>
        </p:spPr>
      </p:pic>
      <p:pic>
        <p:nvPicPr>
          <p:cNvPr id="14" name="Google Shape;101;p13" descr="image.png">
            <a:extLst>
              <a:ext uri="{FF2B5EF4-FFF2-40B4-BE49-F238E27FC236}">
                <a16:creationId xmlns:a16="http://schemas.microsoft.com/office/drawing/2014/main" id="{175F9808-93CA-2E7F-1E79-2FE757255DC7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313383" y="434672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02;p13">
            <a:extLst>
              <a:ext uri="{FF2B5EF4-FFF2-40B4-BE49-F238E27FC236}">
                <a16:creationId xmlns:a16="http://schemas.microsoft.com/office/drawing/2014/main" id="{6F0BD539-1BBD-FBFE-FD19-820569A62686}"/>
              </a:ext>
            </a:extLst>
          </p:cNvPr>
          <p:cNvSpPr/>
          <p:nvPr/>
        </p:nvSpPr>
        <p:spPr>
          <a:xfrm>
            <a:off x="8837258" y="4527698"/>
            <a:ext cx="2521743" cy="1905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107;p13" descr="image.png">
            <a:extLst>
              <a:ext uri="{FF2B5EF4-FFF2-40B4-BE49-F238E27FC236}">
                <a16:creationId xmlns:a16="http://schemas.microsoft.com/office/drawing/2014/main" id="{2D684E11-00DA-6B2C-F358-DE5C52E14A44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437059" y="4451498"/>
            <a:ext cx="133498" cy="171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206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652E9-3F99-6D78-1100-FBC8A19F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A153EB1D-DF84-B79B-24CA-E9A3C7C9265F}"/>
              </a:ext>
            </a:extLst>
          </p:cNvPr>
          <p:cNvSpPr/>
          <p:nvPr/>
        </p:nvSpPr>
        <p:spPr>
          <a:xfrm>
            <a:off x="443345" y="1653311"/>
            <a:ext cx="11259129" cy="4433455"/>
          </a:xfrm>
          <a:prstGeom prst="roundRect">
            <a:avLst>
              <a:gd name="adj" fmla="val 6405"/>
            </a:avLst>
          </a:prstGeom>
          <a:solidFill>
            <a:schemeClr val="tx1">
              <a:lumMod val="50000"/>
              <a:lumOff val="50000"/>
              <a:alpha val="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99CEAE3-CC64-E224-1DE9-E0D7EE9B8D5F}"/>
              </a:ext>
            </a:extLst>
          </p:cNvPr>
          <p:cNvGrpSpPr/>
          <p:nvPr/>
        </p:nvGrpSpPr>
        <p:grpSpPr>
          <a:xfrm>
            <a:off x="3257217" y="374448"/>
            <a:ext cx="5677566" cy="582688"/>
            <a:chOff x="3257217" y="374448"/>
            <a:chExt cx="5677566" cy="582688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7FE6DC8-0DD0-0E20-83BC-A87646D5A4FC}"/>
                </a:ext>
              </a:extLst>
            </p:cNvPr>
            <p:cNvSpPr txBox="1"/>
            <p:nvPr/>
          </p:nvSpPr>
          <p:spPr>
            <a:xfrm>
              <a:off x="3257217" y="374448"/>
              <a:ext cx="56775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240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</a:lstStyle>
            <a:p>
              <a:r>
                <a:rPr lang="ko-KR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예상 성과</a:t>
              </a: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65E66A62-C2EF-525A-942B-63F491156862}"/>
                </a:ext>
              </a:extLst>
            </p:cNvPr>
            <p:cNvCxnSpPr/>
            <p:nvPr/>
          </p:nvCxnSpPr>
          <p:spPr>
            <a:xfrm>
              <a:off x="3302000" y="957136"/>
              <a:ext cx="5588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C827B225-5E1C-95D6-2D79-FE0EF1A2C063}"/>
              </a:ext>
            </a:extLst>
          </p:cNvPr>
          <p:cNvSpPr txBox="1"/>
          <p:nvPr/>
        </p:nvSpPr>
        <p:spPr>
          <a:xfrm>
            <a:off x="10661650" y="6481636"/>
            <a:ext cx="146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11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그림 5" descr="논문 - 무료 교육개 아이콘">
            <a:extLst>
              <a:ext uri="{FF2B5EF4-FFF2-40B4-BE49-F238E27FC236}">
                <a16:creationId xmlns:a16="http://schemas.microsoft.com/office/drawing/2014/main" id="{DDD5D7ED-2767-9B0B-B144-5A20705BD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126" y="2348475"/>
            <a:ext cx="2508180" cy="2508180"/>
          </a:xfrm>
          <a:prstGeom prst="rect">
            <a:avLst/>
          </a:prstGeom>
        </p:spPr>
      </p:pic>
      <p:pic>
        <p:nvPicPr>
          <p:cNvPr id="11" name="Google Shape;88;p13" descr="image.png">
            <a:extLst>
              <a:ext uri="{FF2B5EF4-FFF2-40B4-BE49-F238E27FC236}">
                <a16:creationId xmlns:a16="http://schemas.microsoft.com/office/drawing/2014/main" id="{E1AB1EBF-C5C6-B26A-C295-28CF7EA127C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5766" y="5327317"/>
            <a:ext cx="2769183" cy="481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17;p14" descr="image.png">
            <a:extLst>
              <a:ext uri="{FF2B5EF4-FFF2-40B4-BE49-F238E27FC236}">
                <a16:creationId xmlns:a16="http://schemas.microsoft.com/office/drawing/2014/main" id="{5F6530C7-4C01-FE96-0CFD-8387619E897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72625" y="5327777"/>
            <a:ext cx="2769183" cy="48119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28ED3F5-80C5-AF1C-1627-5E5192788C84}"/>
              </a:ext>
            </a:extLst>
          </p:cNvPr>
          <p:cNvSpPr txBox="1"/>
          <p:nvPr/>
        </p:nvSpPr>
        <p:spPr>
          <a:xfrm>
            <a:off x="7608903" y="5367857"/>
            <a:ext cx="2651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특허출원 검토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A1224E-1C86-4829-2E2F-3E3DA39BBEE9}"/>
              </a:ext>
            </a:extLst>
          </p:cNvPr>
          <p:cNvSpPr txBox="1"/>
          <p:nvPr/>
        </p:nvSpPr>
        <p:spPr>
          <a:xfrm>
            <a:off x="1904329" y="5367857"/>
            <a:ext cx="2651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논문 1편 제출</a:t>
            </a:r>
          </a:p>
        </p:txBody>
      </p:sp>
      <p:pic>
        <p:nvPicPr>
          <p:cNvPr id="4" name="그림 3" descr="클립아트, 로고, 폰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9A4136-41E5-0AB6-D64F-6FCE3DE71D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882" y="2425702"/>
            <a:ext cx="2912950" cy="290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814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E760F-6907-8D02-FCF3-160E049C8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>
            <a:extLst>
              <a:ext uri="{FF2B5EF4-FFF2-40B4-BE49-F238E27FC236}">
                <a16:creationId xmlns:a16="http://schemas.microsoft.com/office/drawing/2014/main" id="{274746B3-CC8E-16C4-D74F-6B5DCFC15528}"/>
              </a:ext>
            </a:extLst>
          </p:cNvPr>
          <p:cNvSpPr txBox="1"/>
          <p:nvPr/>
        </p:nvSpPr>
        <p:spPr>
          <a:xfrm>
            <a:off x="10661650" y="6481636"/>
            <a:ext cx="146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12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2" descr="image.png">
            <a:extLst>
              <a:ext uri="{FF2B5EF4-FFF2-40B4-BE49-F238E27FC236}">
                <a16:creationId xmlns:a16="http://schemas.microsoft.com/office/drawing/2014/main" id="{14A806C4-1125-6C82-BCF7-373F04D24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71662"/>
            <a:ext cx="2583656" cy="3924300"/>
          </a:xfrm>
          <a:prstGeom prst="rect">
            <a:avLst/>
          </a:prstGeom>
        </p:spPr>
      </p:pic>
      <p:pic>
        <p:nvPicPr>
          <p:cNvPr id="6" name="Picture 3" descr="image.png">
            <a:extLst>
              <a:ext uri="{FF2B5EF4-FFF2-40B4-BE49-F238E27FC236}">
                <a16:creationId xmlns:a16="http://schemas.microsoft.com/office/drawing/2014/main" id="{7DC49EAF-D79C-7EFC-3D2E-91646280D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281" y="1871662"/>
            <a:ext cx="2583656" cy="3924300"/>
          </a:xfrm>
          <a:prstGeom prst="rect">
            <a:avLst/>
          </a:prstGeom>
        </p:spPr>
      </p:pic>
      <p:pic>
        <p:nvPicPr>
          <p:cNvPr id="9" name="Picture 4" descr="image.png">
            <a:extLst>
              <a:ext uri="{FF2B5EF4-FFF2-40B4-BE49-F238E27FC236}">
                <a16:creationId xmlns:a16="http://schemas.microsoft.com/office/drawing/2014/main" id="{4FC4A7D8-1A14-E336-C368-0F562805EB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1871662"/>
            <a:ext cx="2583656" cy="3924300"/>
          </a:xfrm>
          <a:prstGeom prst="rect">
            <a:avLst/>
          </a:prstGeom>
        </p:spPr>
      </p:pic>
      <p:pic>
        <p:nvPicPr>
          <p:cNvPr id="11" name="Picture 5" descr="image.png">
            <a:extLst>
              <a:ext uri="{FF2B5EF4-FFF2-40B4-BE49-F238E27FC236}">
                <a16:creationId xmlns:a16="http://schemas.microsoft.com/office/drawing/2014/main" id="{1B04329D-ADEB-00D2-172F-FC0CCCDCB6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6843" y="1871662"/>
            <a:ext cx="2583656" cy="3924300"/>
          </a:xfrm>
          <a:prstGeom prst="rect">
            <a:avLst/>
          </a:prstGeom>
        </p:spPr>
      </p:pic>
      <p:pic>
        <p:nvPicPr>
          <p:cNvPr id="15" name="Picture 7" descr="image.png">
            <a:extLst>
              <a:ext uri="{FF2B5EF4-FFF2-40B4-BE49-F238E27FC236}">
                <a16:creationId xmlns:a16="http://schemas.microsoft.com/office/drawing/2014/main" id="{4D32CA7C-DCBF-B60C-8C78-216CBBD7AC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1826" y="2295136"/>
            <a:ext cx="1143000" cy="1143000"/>
          </a:xfrm>
          <a:prstGeom prst="rect">
            <a:avLst/>
          </a:prstGeom>
        </p:spPr>
      </p:pic>
      <p:pic>
        <p:nvPicPr>
          <p:cNvPr id="17" name="Picture 8" descr="image.png">
            <a:extLst>
              <a:ext uri="{FF2B5EF4-FFF2-40B4-BE49-F238E27FC236}">
                <a16:creationId xmlns:a16="http://schemas.microsoft.com/office/drawing/2014/main" id="{9892B21A-B6AE-400F-062D-5195DBC53F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3607" y="2295136"/>
            <a:ext cx="1143000" cy="1143000"/>
          </a:xfrm>
          <a:prstGeom prst="rect">
            <a:avLst/>
          </a:prstGeom>
        </p:spPr>
      </p:pic>
      <p:pic>
        <p:nvPicPr>
          <p:cNvPr id="19" name="Picture 9" descr="image.png">
            <a:extLst>
              <a:ext uri="{FF2B5EF4-FFF2-40B4-BE49-F238E27FC236}">
                <a16:creationId xmlns:a16="http://schemas.microsoft.com/office/drawing/2014/main" id="{BF418418-1F85-FCDC-CFA3-CF88B67E8E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5388" y="2299104"/>
            <a:ext cx="1143000" cy="1143000"/>
          </a:xfrm>
          <a:prstGeom prst="rect">
            <a:avLst/>
          </a:prstGeom>
        </p:spPr>
      </p:pic>
      <p:pic>
        <p:nvPicPr>
          <p:cNvPr id="21" name="Picture 10" descr="image.png">
            <a:extLst>
              <a:ext uri="{FF2B5EF4-FFF2-40B4-BE49-F238E27FC236}">
                <a16:creationId xmlns:a16="http://schemas.microsoft.com/office/drawing/2014/main" id="{52DE5D7A-5BE9-8FA0-98DA-B5D2DF7508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57169" y="2295136"/>
            <a:ext cx="1143000" cy="1143000"/>
          </a:xfrm>
          <a:prstGeom prst="rect">
            <a:avLst/>
          </a:prstGeom>
        </p:spPr>
      </p:pic>
      <p:sp>
        <p:nvSpPr>
          <p:cNvPr id="23" name="Rectangle 13">
            <a:extLst>
              <a:ext uri="{FF2B5EF4-FFF2-40B4-BE49-F238E27FC236}">
                <a16:creationId xmlns:a16="http://schemas.microsoft.com/office/drawing/2014/main" id="{12870F91-20F0-74C3-A72E-584DDDC7C9CC}"/>
              </a:ext>
            </a:extLst>
          </p:cNvPr>
          <p:cNvSpPr/>
          <p:nvPr/>
        </p:nvSpPr>
        <p:spPr>
          <a:xfrm>
            <a:off x="3333750" y="1276350"/>
            <a:ext cx="55245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17">
            <a:extLst>
              <a:ext uri="{FF2B5EF4-FFF2-40B4-BE49-F238E27FC236}">
                <a16:creationId xmlns:a16="http://schemas.microsoft.com/office/drawing/2014/main" id="{F02F25BF-7B9E-32FA-702D-597BF85864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9926" y="2333236"/>
            <a:ext cx="1066800" cy="10668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1861633-E4E4-15CD-F389-B0F937DF10E5}"/>
              </a:ext>
            </a:extLst>
          </p:cNvPr>
          <p:cNvSpPr txBox="1"/>
          <p:nvPr/>
        </p:nvSpPr>
        <p:spPr>
          <a:xfrm>
            <a:off x="734383" y="3592679"/>
            <a:ext cx="229278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 dirty="0" err="1">
                <a:solidFill>
                  <a:srgbClr val="222222"/>
                </a:solidFill>
                <a:latin typeface="Noto Sans KR"/>
              </a:rPr>
              <a:t>이현우</a:t>
            </a:r>
            <a:endParaRPr sz="2400" b="1" i="0" u="none" dirty="0">
              <a:solidFill>
                <a:srgbClr val="222222"/>
              </a:solidFill>
              <a:latin typeface="Noto Sans KR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F2677D-2FE6-22E5-76A0-EDAABA192A52}"/>
              </a:ext>
            </a:extLst>
          </p:cNvPr>
          <p:cNvSpPr txBox="1"/>
          <p:nvPr/>
        </p:nvSpPr>
        <p:spPr>
          <a:xfrm>
            <a:off x="3538714" y="3628636"/>
            <a:ext cx="229278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222222"/>
                </a:solidFill>
                <a:latin typeface="Noto Sans KR"/>
              </a:rPr>
              <a:t>이동현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60CE5C-C53D-22E5-1876-97BBE01125C7}"/>
              </a:ext>
            </a:extLst>
          </p:cNvPr>
          <p:cNvSpPr txBox="1"/>
          <p:nvPr/>
        </p:nvSpPr>
        <p:spPr>
          <a:xfrm>
            <a:off x="6360495" y="3628636"/>
            <a:ext cx="229278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222222"/>
                </a:solidFill>
                <a:latin typeface="Noto Sans KR"/>
              </a:rPr>
              <a:t>홍지환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C573619-AFA2-1529-B6B1-C9149A8440F1}"/>
              </a:ext>
            </a:extLst>
          </p:cNvPr>
          <p:cNvSpPr txBox="1"/>
          <p:nvPr/>
        </p:nvSpPr>
        <p:spPr>
          <a:xfrm>
            <a:off x="9182276" y="3628636"/>
            <a:ext cx="229278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222222"/>
                </a:solidFill>
                <a:latin typeface="Noto Sans KR"/>
              </a:rPr>
              <a:t>백종은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D4D512D-D7C2-B636-0AED-70B4FCB8D6C0}"/>
              </a:ext>
            </a:extLst>
          </p:cNvPr>
          <p:cNvSpPr txBox="1"/>
          <p:nvPr/>
        </p:nvSpPr>
        <p:spPr>
          <a:xfrm>
            <a:off x="0" y="581025"/>
            <a:ext cx="12192000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50" b="1" i="0" u="none" dirty="0" err="1">
                <a:solidFill>
                  <a:srgbClr val="333333"/>
                </a:solidFill>
                <a:latin typeface="Noto Sans KR"/>
              </a:rPr>
              <a:t>팀원</a:t>
            </a:r>
            <a:r>
              <a:rPr sz="2850" b="1" i="0" u="none" dirty="0">
                <a:solidFill>
                  <a:srgbClr val="333333"/>
                </a:solidFill>
                <a:latin typeface="Noto Sans KR"/>
              </a:rPr>
              <a:t> </a:t>
            </a:r>
            <a:r>
              <a:rPr sz="2850" b="1" i="0" u="none" dirty="0" err="1">
                <a:solidFill>
                  <a:srgbClr val="333333"/>
                </a:solidFill>
                <a:latin typeface="Noto Sans KR"/>
              </a:rPr>
              <a:t>역할</a:t>
            </a:r>
            <a:r>
              <a:rPr sz="2850" b="1" i="0" u="none" dirty="0">
                <a:solidFill>
                  <a:srgbClr val="333333"/>
                </a:solidFill>
                <a:latin typeface="Noto Sans KR"/>
              </a:rPr>
              <a:t> </a:t>
            </a:r>
            <a:r>
              <a:rPr sz="2850" b="1" i="0" u="none" dirty="0" err="1">
                <a:solidFill>
                  <a:srgbClr val="333333"/>
                </a:solidFill>
                <a:latin typeface="Noto Sans KR"/>
              </a:rPr>
              <a:t>분배</a:t>
            </a:r>
            <a:endParaRPr sz="2850" b="1" i="0" u="none" dirty="0">
              <a:solidFill>
                <a:srgbClr val="333333"/>
              </a:solidFill>
              <a:latin typeface="Noto Sans KR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C4A84A9-6607-5E64-2014-E76C0E063070}"/>
              </a:ext>
            </a:extLst>
          </p:cNvPr>
          <p:cNvSpPr/>
          <p:nvPr/>
        </p:nvSpPr>
        <p:spPr>
          <a:xfrm>
            <a:off x="6969917" y="2349905"/>
            <a:ext cx="1062037" cy="1050131"/>
          </a:xfrm>
          <a:prstGeom prst="ellipse">
            <a:avLst/>
          </a:prstGeom>
          <a:blipFill>
            <a:blip r:embed="rId1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D06707F-4A44-87BE-AA9D-8C9724C691F3}"/>
              </a:ext>
            </a:extLst>
          </p:cNvPr>
          <p:cNvSpPr/>
          <p:nvPr/>
        </p:nvSpPr>
        <p:spPr>
          <a:xfrm>
            <a:off x="9795269" y="2339188"/>
            <a:ext cx="1066801" cy="1071166"/>
          </a:xfrm>
          <a:prstGeom prst="ellipse">
            <a:avLst/>
          </a:prstGeom>
          <a:blipFill>
            <a:blip r:embed="rId1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수행의 시작/종료 7">
            <a:extLst>
              <a:ext uri="{FF2B5EF4-FFF2-40B4-BE49-F238E27FC236}">
                <a16:creationId xmlns:a16="http://schemas.microsoft.com/office/drawing/2014/main" id="{2E1722F5-9BD3-FB62-A9A5-5A2741CF4097}"/>
              </a:ext>
            </a:extLst>
          </p:cNvPr>
          <p:cNvSpPr/>
          <p:nvPr/>
        </p:nvSpPr>
        <p:spPr>
          <a:xfrm>
            <a:off x="1447690" y="1624012"/>
            <a:ext cx="831273" cy="485775"/>
          </a:xfrm>
          <a:prstGeom prst="flowChartTerminator">
            <a:avLst/>
          </a:prstGeom>
          <a:solidFill>
            <a:srgbClr val="DA21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b="1" dirty="0"/>
              <a:t>팀장</a:t>
            </a:r>
          </a:p>
        </p:txBody>
      </p:sp>
      <p:sp>
        <p:nvSpPr>
          <p:cNvPr id="12" name="수행의 시작/종료 11">
            <a:extLst>
              <a:ext uri="{FF2B5EF4-FFF2-40B4-BE49-F238E27FC236}">
                <a16:creationId xmlns:a16="http://schemas.microsoft.com/office/drawing/2014/main" id="{2A79A991-7E3B-D379-8D0D-19E791058382}"/>
              </a:ext>
            </a:extLst>
          </p:cNvPr>
          <p:cNvSpPr/>
          <p:nvPr/>
        </p:nvSpPr>
        <p:spPr>
          <a:xfrm>
            <a:off x="996604" y="4548202"/>
            <a:ext cx="1768348" cy="485775"/>
          </a:xfrm>
          <a:prstGeom prst="flowChartTerminator">
            <a:avLst/>
          </a:prstGeom>
          <a:solidFill>
            <a:srgbClr val="FFEB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>
                <a:solidFill>
                  <a:srgbClr val="FF0000"/>
                </a:solidFill>
              </a:rPr>
              <a:t>VC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6" name="수행의 시작/종료 15">
            <a:extLst>
              <a:ext uri="{FF2B5EF4-FFF2-40B4-BE49-F238E27FC236}">
                <a16:creationId xmlns:a16="http://schemas.microsoft.com/office/drawing/2014/main" id="{1364B1EA-A2FD-52BD-7A95-E2EA47EDF510}"/>
              </a:ext>
            </a:extLst>
          </p:cNvPr>
          <p:cNvSpPr/>
          <p:nvPr/>
        </p:nvSpPr>
        <p:spPr>
          <a:xfrm>
            <a:off x="996604" y="5172082"/>
            <a:ext cx="1768348" cy="485775"/>
          </a:xfrm>
          <a:prstGeom prst="flowChartTerminato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>
                <a:solidFill>
                  <a:schemeClr val="accent2"/>
                </a:solidFill>
              </a:rPr>
              <a:t>Infra</a:t>
            </a:r>
            <a:endParaRPr kumimoji="1" lang="ko-KR" altLang="en-US" b="1" dirty="0">
              <a:solidFill>
                <a:schemeClr val="accent2"/>
              </a:solidFill>
            </a:endParaRPr>
          </a:p>
        </p:txBody>
      </p:sp>
      <p:sp>
        <p:nvSpPr>
          <p:cNvPr id="18" name="수행의 시작/종료 17">
            <a:extLst>
              <a:ext uri="{FF2B5EF4-FFF2-40B4-BE49-F238E27FC236}">
                <a16:creationId xmlns:a16="http://schemas.microsoft.com/office/drawing/2014/main" id="{5C269A72-8C9E-6DB6-ED71-63C3AC8D650C}"/>
              </a:ext>
            </a:extLst>
          </p:cNvPr>
          <p:cNvSpPr/>
          <p:nvPr/>
        </p:nvSpPr>
        <p:spPr>
          <a:xfrm>
            <a:off x="3800933" y="4500957"/>
            <a:ext cx="1768348" cy="485775"/>
          </a:xfrm>
          <a:prstGeom prst="flowChartTerminator">
            <a:avLst/>
          </a:prstGeom>
          <a:solidFill>
            <a:srgbClr val="E3EF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>
                <a:solidFill>
                  <a:schemeClr val="accent1"/>
                </a:solidFill>
              </a:rPr>
              <a:t>Back end</a:t>
            </a:r>
            <a:endParaRPr kumimoji="1" lang="ko-KR" altLang="en-US" b="1" dirty="0">
              <a:solidFill>
                <a:schemeClr val="accent1"/>
              </a:solidFill>
            </a:endParaRPr>
          </a:p>
        </p:txBody>
      </p:sp>
      <p:sp>
        <p:nvSpPr>
          <p:cNvPr id="22" name="수행의 시작/종료 21">
            <a:extLst>
              <a:ext uri="{FF2B5EF4-FFF2-40B4-BE49-F238E27FC236}">
                <a16:creationId xmlns:a16="http://schemas.microsoft.com/office/drawing/2014/main" id="{AE2E474D-239F-DFEB-48DE-DF9AB853AADF}"/>
              </a:ext>
            </a:extLst>
          </p:cNvPr>
          <p:cNvSpPr/>
          <p:nvPr/>
        </p:nvSpPr>
        <p:spPr>
          <a:xfrm>
            <a:off x="6616763" y="5160566"/>
            <a:ext cx="1768348" cy="485775"/>
          </a:xfrm>
          <a:prstGeom prst="flowChartTerminator">
            <a:avLst/>
          </a:prstGeom>
          <a:solidFill>
            <a:srgbClr val="E3EF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>
                <a:solidFill>
                  <a:schemeClr val="accent1"/>
                </a:solidFill>
              </a:rPr>
              <a:t>Back end</a:t>
            </a:r>
            <a:endParaRPr kumimoji="1" lang="ko-KR" altLang="en-US" b="1" dirty="0">
              <a:solidFill>
                <a:schemeClr val="accent1"/>
              </a:solidFill>
            </a:endParaRPr>
          </a:p>
        </p:txBody>
      </p:sp>
      <p:sp>
        <p:nvSpPr>
          <p:cNvPr id="24" name="수행의 시작/종료 23">
            <a:extLst>
              <a:ext uri="{FF2B5EF4-FFF2-40B4-BE49-F238E27FC236}">
                <a16:creationId xmlns:a16="http://schemas.microsoft.com/office/drawing/2014/main" id="{8C299A65-FA23-8DFA-0D8C-9F7BB50A32CF}"/>
              </a:ext>
            </a:extLst>
          </p:cNvPr>
          <p:cNvSpPr/>
          <p:nvPr/>
        </p:nvSpPr>
        <p:spPr>
          <a:xfrm>
            <a:off x="3800933" y="5148459"/>
            <a:ext cx="1768348" cy="485775"/>
          </a:xfrm>
          <a:prstGeom prst="flowChartTerminator">
            <a:avLst/>
          </a:prstGeom>
          <a:solidFill>
            <a:srgbClr val="FCE2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>
                <a:solidFill>
                  <a:srgbClr val="7030A0"/>
                </a:solidFill>
              </a:rPr>
              <a:t>Database</a:t>
            </a:r>
            <a:endParaRPr kumimoji="1" lang="ko-KR" altLang="en-US" b="1" dirty="0">
              <a:solidFill>
                <a:srgbClr val="7030A0"/>
              </a:solidFill>
            </a:endParaRPr>
          </a:p>
        </p:txBody>
      </p:sp>
      <p:sp>
        <p:nvSpPr>
          <p:cNvPr id="28" name="수행의 시작/종료 27">
            <a:extLst>
              <a:ext uri="{FF2B5EF4-FFF2-40B4-BE49-F238E27FC236}">
                <a16:creationId xmlns:a16="http://schemas.microsoft.com/office/drawing/2014/main" id="{3EEB7DC2-CF83-6BB0-FC07-2550CBF4088F}"/>
              </a:ext>
            </a:extLst>
          </p:cNvPr>
          <p:cNvSpPr/>
          <p:nvPr/>
        </p:nvSpPr>
        <p:spPr>
          <a:xfrm>
            <a:off x="9418713" y="4500959"/>
            <a:ext cx="1768348" cy="485775"/>
          </a:xfrm>
          <a:prstGeom prst="flowChartTerminator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>
                <a:solidFill>
                  <a:srgbClr val="00B050"/>
                </a:solidFill>
              </a:rPr>
              <a:t>AI</a:t>
            </a:r>
            <a:endParaRPr kumimoji="1"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30" name="수행의 시작/종료 29">
            <a:extLst>
              <a:ext uri="{FF2B5EF4-FFF2-40B4-BE49-F238E27FC236}">
                <a16:creationId xmlns:a16="http://schemas.microsoft.com/office/drawing/2014/main" id="{E37ECDE8-275E-0E8E-2223-0B038412D917}"/>
              </a:ext>
            </a:extLst>
          </p:cNvPr>
          <p:cNvSpPr/>
          <p:nvPr/>
        </p:nvSpPr>
        <p:spPr>
          <a:xfrm>
            <a:off x="6616763" y="4527947"/>
            <a:ext cx="1768348" cy="485775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>
                <a:solidFill>
                  <a:schemeClr val="accent2">
                    <a:lumMod val="75000"/>
                  </a:schemeClr>
                </a:solidFill>
              </a:rPr>
              <a:t>Front end</a:t>
            </a:r>
            <a:endParaRPr kumimoji="1" lang="ko-KR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2" name="수행의 시작/종료 31">
            <a:extLst>
              <a:ext uri="{FF2B5EF4-FFF2-40B4-BE49-F238E27FC236}">
                <a16:creationId xmlns:a16="http://schemas.microsoft.com/office/drawing/2014/main" id="{AA695B83-E87E-0A9F-B1F5-D6297AF1E0C9}"/>
              </a:ext>
            </a:extLst>
          </p:cNvPr>
          <p:cNvSpPr/>
          <p:nvPr/>
        </p:nvSpPr>
        <p:spPr>
          <a:xfrm>
            <a:off x="9444497" y="5148855"/>
            <a:ext cx="1768348" cy="485775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>
                <a:solidFill>
                  <a:schemeClr val="accent2">
                    <a:lumMod val="75000"/>
                  </a:schemeClr>
                </a:solidFill>
              </a:rPr>
              <a:t>Front end</a:t>
            </a:r>
            <a:endParaRPr kumimoji="1" lang="ko-KR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686848-41B3-02EF-07D1-FAE954A1A94B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0353" t="3527" r="5889" b="8912"/>
          <a:stretch>
            <a:fillRect/>
          </a:stretch>
        </p:blipFill>
        <p:spPr>
          <a:xfrm>
            <a:off x="4151641" y="2294985"/>
            <a:ext cx="1066932" cy="111536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82546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평행 사변형 28">
            <a:extLst>
              <a:ext uri="{FF2B5EF4-FFF2-40B4-BE49-F238E27FC236}">
                <a16:creationId xmlns:a16="http://schemas.microsoft.com/office/drawing/2014/main" id="{CFFD501F-9E11-4C3F-902E-DE2DDF170E77}"/>
              </a:ext>
            </a:extLst>
          </p:cNvPr>
          <p:cNvSpPr/>
          <p:nvPr/>
        </p:nvSpPr>
        <p:spPr>
          <a:xfrm flipH="1">
            <a:off x="6275386" y="0"/>
            <a:ext cx="2647952" cy="6858000"/>
          </a:xfrm>
          <a:prstGeom prst="parallelogram">
            <a:avLst>
              <a:gd name="adj" fmla="val 66390"/>
            </a:avLst>
          </a:prstGeom>
          <a:gradFill flip="none" rotWithShape="1">
            <a:gsLst>
              <a:gs pos="0">
                <a:srgbClr val="CB1F24"/>
              </a:gs>
              <a:gs pos="100000">
                <a:srgbClr val="A3191C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1E1EEDBA-31CB-49C4-BA26-07B97A66E205}"/>
              </a:ext>
            </a:extLst>
          </p:cNvPr>
          <p:cNvSpPr/>
          <p:nvPr/>
        </p:nvSpPr>
        <p:spPr>
          <a:xfrm flipH="1">
            <a:off x="6618288" y="0"/>
            <a:ext cx="5573712" cy="6858000"/>
          </a:xfrm>
          <a:custGeom>
            <a:avLst/>
            <a:gdLst>
              <a:gd name="connsiteX0" fmla="*/ 0 w 5337175"/>
              <a:gd name="connsiteY0" fmla="*/ 0 h 6858000"/>
              <a:gd name="connsiteX1" fmla="*/ 5337175 w 5337175"/>
              <a:gd name="connsiteY1" fmla="*/ 0 h 6858000"/>
              <a:gd name="connsiteX2" fmla="*/ 3622675 w 5337175"/>
              <a:gd name="connsiteY2" fmla="*/ 6858000 h 6858000"/>
              <a:gd name="connsiteX3" fmla="*/ 0 w 5337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7175" h="6858000">
                <a:moveTo>
                  <a:pt x="0" y="0"/>
                </a:moveTo>
                <a:lnTo>
                  <a:pt x="5337175" y="0"/>
                </a:lnTo>
                <a:lnTo>
                  <a:pt x="3622675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CB1F24"/>
              </a:gs>
              <a:gs pos="100000">
                <a:srgbClr val="A3191C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D827DDDE-F69D-47FE-856A-B58B7433E0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37" y="203199"/>
            <a:ext cx="2209264" cy="300669"/>
          </a:xfrm>
          <a:prstGeom prst="rect">
            <a:avLst/>
          </a:prstGeom>
        </p:spPr>
      </p:pic>
      <p:sp>
        <p:nvSpPr>
          <p:cNvPr id="6" name="Freeform 41">
            <a:extLst>
              <a:ext uri="{FF2B5EF4-FFF2-40B4-BE49-F238E27FC236}">
                <a16:creationId xmlns:a16="http://schemas.microsoft.com/office/drawing/2014/main" id="{9988A08C-AE9B-4F7C-8530-0FB9F4057F53}"/>
              </a:ext>
            </a:extLst>
          </p:cNvPr>
          <p:cNvSpPr>
            <a:spLocks noEditPoints="1"/>
          </p:cNvSpPr>
          <p:nvPr/>
        </p:nvSpPr>
        <p:spPr bwMode="auto">
          <a:xfrm>
            <a:off x="8658539" y="1929384"/>
            <a:ext cx="2825094" cy="2777957"/>
          </a:xfrm>
          <a:custGeom>
            <a:avLst/>
            <a:gdLst>
              <a:gd name="T0" fmla="*/ 686 w 1614"/>
              <a:gd name="T1" fmla="*/ 784 h 1587"/>
              <a:gd name="T2" fmla="*/ 686 w 1614"/>
              <a:gd name="T3" fmla="*/ 714 h 1587"/>
              <a:gd name="T4" fmla="*/ 926 w 1614"/>
              <a:gd name="T5" fmla="*/ 714 h 1587"/>
              <a:gd name="T6" fmla="*/ 679 w 1614"/>
              <a:gd name="T7" fmla="*/ 1012 h 1587"/>
              <a:gd name="T8" fmla="*/ 919 w 1614"/>
              <a:gd name="T9" fmla="*/ 986 h 1587"/>
              <a:gd name="T10" fmla="*/ 904 w 1614"/>
              <a:gd name="T11" fmla="*/ 869 h 1587"/>
              <a:gd name="T12" fmla="*/ 708 w 1614"/>
              <a:gd name="T13" fmla="*/ 869 h 1587"/>
              <a:gd name="T14" fmla="*/ 938 w 1614"/>
              <a:gd name="T15" fmla="*/ 544 h 1587"/>
              <a:gd name="T16" fmla="*/ 847 w 1614"/>
              <a:gd name="T17" fmla="*/ 528 h 1587"/>
              <a:gd name="T18" fmla="*/ 711 w 1614"/>
              <a:gd name="T19" fmla="*/ 955 h 1587"/>
              <a:gd name="T20" fmla="*/ 711 w 1614"/>
              <a:gd name="T21" fmla="*/ 914 h 1587"/>
              <a:gd name="T22" fmla="*/ 983 w 1614"/>
              <a:gd name="T23" fmla="*/ 1141 h 1587"/>
              <a:gd name="T24" fmla="*/ 641 w 1614"/>
              <a:gd name="T25" fmla="*/ 1170 h 1587"/>
              <a:gd name="T26" fmla="*/ 1147 w 1614"/>
              <a:gd name="T27" fmla="*/ 806 h 1587"/>
              <a:gd name="T28" fmla="*/ 1106 w 1614"/>
              <a:gd name="T29" fmla="*/ 891 h 1587"/>
              <a:gd name="T30" fmla="*/ 1128 w 1614"/>
              <a:gd name="T31" fmla="*/ 626 h 1587"/>
              <a:gd name="T32" fmla="*/ 1043 w 1614"/>
              <a:gd name="T33" fmla="*/ 667 h 1587"/>
              <a:gd name="T34" fmla="*/ 1611 w 1614"/>
              <a:gd name="T35" fmla="*/ 585 h 1587"/>
              <a:gd name="T36" fmla="*/ 1283 w 1614"/>
              <a:gd name="T37" fmla="*/ 389 h 1587"/>
              <a:gd name="T38" fmla="*/ 831 w 1614"/>
              <a:gd name="T39" fmla="*/ 13 h 1587"/>
              <a:gd name="T40" fmla="*/ 803 w 1614"/>
              <a:gd name="T41" fmla="*/ 0 h 1587"/>
              <a:gd name="T42" fmla="*/ 784 w 1614"/>
              <a:gd name="T43" fmla="*/ 10 h 1587"/>
              <a:gd name="T44" fmla="*/ 464 w 1614"/>
              <a:gd name="T45" fmla="*/ 376 h 1587"/>
              <a:gd name="T46" fmla="*/ 3 w 1614"/>
              <a:gd name="T47" fmla="*/ 582 h 1587"/>
              <a:gd name="T48" fmla="*/ 6 w 1614"/>
              <a:gd name="T49" fmla="*/ 613 h 1587"/>
              <a:gd name="T50" fmla="*/ 227 w 1614"/>
              <a:gd name="T51" fmla="*/ 1157 h 1587"/>
              <a:gd name="T52" fmla="*/ 303 w 1614"/>
              <a:gd name="T53" fmla="*/ 1527 h 1587"/>
              <a:gd name="T54" fmla="*/ 809 w 1614"/>
              <a:gd name="T55" fmla="*/ 1429 h 1587"/>
              <a:gd name="T56" fmla="*/ 1286 w 1614"/>
              <a:gd name="T57" fmla="*/ 1536 h 1587"/>
              <a:gd name="T58" fmla="*/ 1308 w 1614"/>
              <a:gd name="T59" fmla="*/ 1527 h 1587"/>
              <a:gd name="T60" fmla="*/ 1317 w 1614"/>
              <a:gd name="T61" fmla="*/ 1508 h 1587"/>
              <a:gd name="T62" fmla="*/ 1460 w 1614"/>
              <a:gd name="T63" fmla="*/ 936 h 1587"/>
              <a:gd name="T64" fmla="*/ 1614 w 1614"/>
              <a:gd name="T65" fmla="*/ 594 h 1587"/>
              <a:gd name="T66" fmla="*/ 720 w 1614"/>
              <a:gd name="T67" fmla="*/ 120 h 1587"/>
              <a:gd name="T68" fmla="*/ 1039 w 1614"/>
              <a:gd name="T69" fmla="*/ 294 h 1587"/>
              <a:gd name="T70" fmla="*/ 209 w 1614"/>
              <a:gd name="T71" fmla="*/ 901 h 1587"/>
              <a:gd name="T72" fmla="*/ 142 w 1614"/>
              <a:gd name="T73" fmla="*/ 541 h 1587"/>
              <a:gd name="T74" fmla="*/ 294 w 1614"/>
              <a:gd name="T75" fmla="*/ 847 h 1587"/>
              <a:gd name="T76" fmla="*/ 515 w 1614"/>
              <a:gd name="T77" fmla="*/ 1508 h 1587"/>
              <a:gd name="T78" fmla="*/ 284 w 1614"/>
              <a:gd name="T79" fmla="*/ 1186 h 1587"/>
              <a:gd name="T80" fmla="*/ 806 w 1614"/>
              <a:gd name="T81" fmla="*/ 1299 h 1587"/>
              <a:gd name="T82" fmla="*/ 1346 w 1614"/>
              <a:gd name="T83" fmla="*/ 1328 h 1587"/>
              <a:gd name="T84" fmla="*/ 967 w 1614"/>
              <a:gd name="T85" fmla="*/ 1448 h 1587"/>
              <a:gd name="T86" fmla="*/ 1330 w 1614"/>
              <a:gd name="T87" fmla="*/ 1186 h 1587"/>
              <a:gd name="T88" fmla="*/ 1406 w 1614"/>
              <a:gd name="T89" fmla="*/ 898 h 1587"/>
              <a:gd name="T90" fmla="*/ 1289 w 1614"/>
              <a:gd name="T91" fmla="*/ 455 h 1587"/>
              <a:gd name="T92" fmla="*/ 986 w 1614"/>
              <a:gd name="T93" fmla="*/ 1201 h 1587"/>
              <a:gd name="T94" fmla="*/ 986 w 1614"/>
              <a:gd name="T95" fmla="*/ 1239 h 1587"/>
              <a:gd name="T96" fmla="*/ 951 w 1614"/>
              <a:gd name="T97" fmla="*/ 1097 h 1587"/>
              <a:gd name="T98" fmla="*/ 651 w 1614"/>
              <a:gd name="T99" fmla="*/ 1072 h 1587"/>
              <a:gd name="T100" fmla="*/ 739 w 1614"/>
              <a:gd name="T101" fmla="*/ 594 h 1587"/>
              <a:gd name="T102" fmla="*/ 695 w 1614"/>
              <a:gd name="T103" fmla="*/ 512 h 1587"/>
              <a:gd name="T104" fmla="*/ 553 w 1614"/>
              <a:gd name="T105" fmla="*/ 591 h 1587"/>
              <a:gd name="T106" fmla="*/ 540 w 1614"/>
              <a:gd name="T107" fmla="*/ 686 h 1587"/>
              <a:gd name="T108" fmla="*/ 506 w 1614"/>
              <a:gd name="T109" fmla="*/ 812 h 1587"/>
              <a:gd name="T110" fmla="*/ 439 w 1614"/>
              <a:gd name="T111" fmla="*/ 879 h 1587"/>
              <a:gd name="T112" fmla="*/ 506 w 1614"/>
              <a:gd name="T113" fmla="*/ 812 h 15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14" h="1587">
                <a:moveTo>
                  <a:pt x="926" y="800"/>
                </a:moveTo>
                <a:lnTo>
                  <a:pt x="926" y="784"/>
                </a:lnTo>
                <a:cubicBezTo>
                  <a:pt x="926" y="778"/>
                  <a:pt x="923" y="771"/>
                  <a:pt x="913" y="771"/>
                </a:cubicBezTo>
                <a:lnTo>
                  <a:pt x="698" y="771"/>
                </a:lnTo>
                <a:cubicBezTo>
                  <a:pt x="692" y="771"/>
                  <a:pt x="686" y="778"/>
                  <a:pt x="686" y="784"/>
                </a:cubicBezTo>
                <a:lnTo>
                  <a:pt x="686" y="800"/>
                </a:lnTo>
                <a:cubicBezTo>
                  <a:pt x="686" y="806"/>
                  <a:pt x="692" y="812"/>
                  <a:pt x="698" y="812"/>
                </a:cubicBezTo>
                <a:lnTo>
                  <a:pt x="913" y="812"/>
                </a:lnTo>
                <a:cubicBezTo>
                  <a:pt x="923" y="812"/>
                  <a:pt x="926" y="806"/>
                  <a:pt x="926" y="800"/>
                </a:cubicBezTo>
                <a:close/>
                <a:moveTo>
                  <a:pt x="686" y="714"/>
                </a:moveTo>
                <a:lnTo>
                  <a:pt x="686" y="727"/>
                </a:lnTo>
                <a:cubicBezTo>
                  <a:pt x="686" y="733"/>
                  <a:pt x="692" y="740"/>
                  <a:pt x="698" y="740"/>
                </a:cubicBezTo>
                <a:lnTo>
                  <a:pt x="913" y="740"/>
                </a:lnTo>
                <a:cubicBezTo>
                  <a:pt x="923" y="740"/>
                  <a:pt x="926" y="733"/>
                  <a:pt x="926" y="727"/>
                </a:cubicBezTo>
                <a:lnTo>
                  <a:pt x="926" y="714"/>
                </a:lnTo>
                <a:cubicBezTo>
                  <a:pt x="926" y="705"/>
                  <a:pt x="923" y="699"/>
                  <a:pt x="913" y="699"/>
                </a:cubicBezTo>
                <a:lnTo>
                  <a:pt x="698" y="699"/>
                </a:lnTo>
                <a:cubicBezTo>
                  <a:pt x="692" y="699"/>
                  <a:pt x="686" y="705"/>
                  <a:pt x="686" y="714"/>
                </a:cubicBezTo>
                <a:close/>
                <a:moveTo>
                  <a:pt x="679" y="999"/>
                </a:moveTo>
                <a:lnTo>
                  <a:pt x="679" y="1012"/>
                </a:lnTo>
                <a:cubicBezTo>
                  <a:pt x="679" y="1021"/>
                  <a:pt x="686" y="1024"/>
                  <a:pt x="692" y="1024"/>
                </a:cubicBezTo>
                <a:lnTo>
                  <a:pt x="919" y="1024"/>
                </a:lnTo>
                <a:cubicBezTo>
                  <a:pt x="926" y="1024"/>
                  <a:pt x="932" y="1021"/>
                  <a:pt x="932" y="1012"/>
                </a:cubicBezTo>
                <a:lnTo>
                  <a:pt x="932" y="999"/>
                </a:lnTo>
                <a:cubicBezTo>
                  <a:pt x="932" y="993"/>
                  <a:pt x="926" y="986"/>
                  <a:pt x="919" y="986"/>
                </a:cubicBezTo>
                <a:lnTo>
                  <a:pt x="692" y="986"/>
                </a:lnTo>
                <a:cubicBezTo>
                  <a:pt x="686" y="986"/>
                  <a:pt x="679" y="993"/>
                  <a:pt x="679" y="999"/>
                </a:cubicBezTo>
                <a:close/>
                <a:moveTo>
                  <a:pt x="720" y="882"/>
                </a:moveTo>
                <a:lnTo>
                  <a:pt x="891" y="882"/>
                </a:lnTo>
                <a:cubicBezTo>
                  <a:pt x="897" y="882"/>
                  <a:pt x="904" y="876"/>
                  <a:pt x="904" y="869"/>
                </a:cubicBezTo>
                <a:lnTo>
                  <a:pt x="904" y="857"/>
                </a:lnTo>
                <a:cubicBezTo>
                  <a:pt x="904" y="850"/>
                  <a:pt x="897" y="844"/>
                  <a:pt x="891" y="844"/>
                </a:cubicBezTo>
                <a:lnTo>
                  <a:pt x="720" y="844"/>
                </a:lnTo>
                <a:cubicBezTo>
                  <a:pt x="714" y="844"/>
                  <a:pt x="708" y="850"/>
                  <a:pt x="708" y="857"/>
                </a:cubicBezTo>
                <a:lnTo>
                  <a:pt x="708" y="869"/>
                </a:lnTo>
                <a:cubicBezTo>
                  <a:pt x="708" y="876"/>
                  <a:pt x="714" y="882"/>
                  <a:pt x="720" y="882"/>
                </a:cubicBezTo>
                <a:close/>
                <a:moveTo>
                  <a:pt x="878" y="594"/>
                </a:moveTo>
                <a:lnTo>
                  <a:pt x="910" y="569"/>
                </a:lnTo>
                <a:lnTo>
                  <a:pt x="951" y="582"/>
                </a:lnTo>
                <a:lnTo>
                  <a:pt x="938" y="544"/>
                </a:lnTo>
                <a:lnTo>
                  <a:pt x="964" y="512"/>
                </a:lnTo>
                <a:lnTo>
                  <a:pt x="923" y="512"/>
                </a:lnTo>
                <a:lnTo>
                  <a:pt x="897" y="477"/>
                </a:lnTo>
                <a:lnTo>
                  <a:pt x="885" y="515"/>
                </a:lnTo>
                <a:lnTo>
                  <a:pt x="847" y="528"/>
                </a:lnTo>
                <a:lnTo>
                  <a:pt x="878" y="553"/>
                </a:lnTo>
                <a:lnTo>
                  <a:pt x="878" y="594"/>
                </a:lnTo>
                <a:close/>
                <a:moveTo>
                  <a:pt x="698" y="926"/>
                </a:moveTo>
                <a:lnTo>
                  <a:pt x="698" y="942"/>
                </a:lnTo>
                <a:cubicBezTo>
                  <a:pt x="698" y="948"/>
                  <a:pt x="701" y="955"/>
                  <a:pt x="711" y="955"/>
                </a:cubicBezTo>
                <a:lnTo>
                  <a:pt x="904" y="955"/>
                </a:lnTo>
                <a:cubicBezTo>
                  <a:pt x="910" y="955"/>
                  <a:pt x="916" y="948"/>
                  <a:pt x="916" y="942"/>
                </a:cubicBezTo>
                <a:lnTo>
                  <a:pt x="916" y="926"/>
                </a:lnTo>
                <a:cubicBezTo>
                  <a:pt x="916" y="920"/>
                  <a:pt x="910" y="914"/>
                  <a:pt x="904" y="914"/>
                </a:cubicBezTo>
                <a:lnTo>
                  <a:pt x="711" y="914"/>
                </a:lnTo>
                <a:cubicBezTo>
                  <a:pt x="701" y="914"/>
                  <a:pt x="698" y="920"/>
                  <a:pt x="698" y="926"/>
                </a:cubicBezTo>
                <a:close/>
                <a:moveTo>
                  <a:pt x="641" y="1170"/>
                </a:moveTo>
                <a:lnTo>
                  <a:pt x="970" y="1170"/>
                </a:lnTo>
                <a:cubicBezTo>
                  <a:pt x="979" y="1170"/>
                  <a:pt x="983" y="1163"/>
                  <a:pt x="983" y="1157"/>
                </a:cubicBezTo>
                <a:lnTo>
                  <a:pt x="983" y="1141"/>
                </a:lnTo>
                <a:cubicBezTo>
                  <a:pt x="983" y="1135"/>
                  <a:pt x="979" y="1129"/>
                  <a:pt x="970" y="1129"/>
                </a:cubicBezTo>
                <a:lnTo>
                  <a:pt x="641" y="1129"/>
                </a:lnTo>
                <a:cubicBezTo>
                  <a:pt x="635" y="1129"/>
                  <a:pt x="629" y="1135"/>
                  <a:pt x="629" y="1141"/>
                </a:cubicBezTo>
                <a:lnTo>
                  <a:pt x="629" y="1157"/>
                </a:lnTo>
                <a:cubicBezTo>
                  <a:pt x="629" y="1163"/>
                  <a:pt x="635" y="1170"/>
                  <a:pt x="641" y="1170"/>
                </a:cubicBezTo>
                <a:close/>
                <a:moveTo>
                  <a:pt x="1137" y="866"/>
                </a:moveTo>
                <a:lnTo>
                  <a:pt x="1178" y="879"/>
                </a:lnTo>
                <a:lnTo>
                  <a:pt x="1163" y="841"/>
                </a:lnTo>
                <a:lnTo>
                  <a:pt x="1188" y="806"/>
                </a:lnTo>
                <a:lnTo>
                  <a:pt x="1147" y="806"/>
                </a:lnTo>
                <a:lnTo>
                  <a:pt x="1125" y="774"/>
                </a:lnTo>
                <a:lnTo>
                  <a:pt x="1112" y="812"/>
                </a:lnTo>
                <a:lnTo>
                  <a:pt x="1071" y="825"/>
                </a:lnTo>
                <a:lnTo>
                  <a:pt x="1106" y="850"/>
                </a:lnTo>
                <a:lnTo>
                  <a:pt x="1106" y="891"/>
                </a:lnTo>
                <a:lnTo>
                  <a:pt x="1137" y="866"/>
                </a:lnTo>
                <a:close/>
                <a:moveTo>
                  <a:pt x="1077" y="686"/>
                </a:moveTo>
                <a:lnTo>
                  <a:pt x="1115" y="699"/>
                </a:lnTo>
                <a:lnTo>
                  <a:pt x="1103" y="661"/>
                </a:lnTo>
                <a:lnTo>
                  <a:pt x="1128" y="626"/>
                </a:lnTo>
                <a:lnTo>
                  <a:pt x="1087" y="626"/>
                </a:lnTo>
                <a:lnTo>
                  <a:pt x="1062" y="591"/>
                </a:lnTo>
                <a:lnTo>
                  <a:pt x="1049" y="632"/>
                </a:lnTo>
                <a:lnTo>
                  <a:pt x="1011" y="645"/>
                </a:lnTo>
                <a:lnTo>
                  <a:pt x="1043" y="667"/>
                </a:lnTo>
                <a:lnTo>
                  <a:pt x="1043" y="708"/>
                </a:lnTo>
                <a:lnTo>
                  <a:pt x="1077" y="686"/>
                </a:lnTo>
                <a:close/>
                <a:moveTo>
                  <a:pt x="1614" y="591"/>
                </a:moveTo>
                <a:lnTo>
                  <a:pt x="1611" y="588"/>
                </a:lnTo>
                <a:lnTo>
                  <a:pt x="1611" y="585"/>
                </a:lnTo>
                <a:cubicBezTo>
                  <a:pt x="1611" y="579"/>
                  <a:pt x="1605" y="572"/>
                  <a:pt x="1599" y="569"/>
                </a:cubicBezTo>
                <a:lnTo>
                  <a:pt x="1592" y="566"/>
                </a:lnTo>
                <a:cubicBezTo>
                  <a:pt x="1545" y="547"/>
                  <a:pt x="1539" y="534"/>
                  <a:pt x="1529" y="512"/>
                </a:cubicBezTo>
                <a:cubicBezTo>
                  <a:pt x="1520" y="493"/>
                  <a:pt x="1507" y="468"/>
                  <a:pt x="1475" y="436"/>
                </a:cubicBezTo>
                <a:cubicBezTo>
                  <a:pt x="1403" y="364"/>
                  <a:pt x="1317" y="379"/>
                  <a:pt x="1283" y="389"/>
                </a:cubicBezTo>
                <a:cubicBezTo>
                  <a:pt x="1232" y="364"/>
                  <a:pt x="1185" y="364"/>
                  <a:pt x="1150" y="373"/>
                </a:cubicBezTo>
                <a:cubicBezTo>
                  <a:pt x="1150" y="335"/>
                  <a:pt x="1134" y="294"/>
                  <a:pt x="1093" y="256"/>
                </a:cubicBezTo>
                <a:cubicBezTo>
                  <a:pt x="1093" y="218"/>
                  <a:pt x="1081" y="130"/>
                  <a:pt x="989" y="85"/>
                </a:cubicBezTo>
                <a:cubicBezTo>
                  <a:pt x="948" y="63"/>
                  <a:pt x="923" y="60"/>
                  <a:pt x="900" y="57"/>
                </a:cubicBezTo>
                <a:cubicBezTo>
                  <a:pt x="875" y="54"/>
                  <a:pt x="863" y="51"/>
                  <a:pt x="831" y="13"/>
                </a:cubicBezTo>
                <a:lnTo>
                  <a:pt x="825" y="6"/>
                </a:lnTo>
                <a:cubicBezTo>
                  <a:pt x="821" y="3"/>
                  <a:pt x="815" y="0"/>
                  <a:pt x="812" y="0"/>
                </a:cubicBezTo>
                <a:lnTo>
                  <a:pt x="809" y="0"/>
                </a:lnTo>
                <a:lnTo>
                  <a:pt x="806" y="0"/>
                </a:lnTo>
                <a:lnTo>
                  <a:pt x="803" y="0"/>
                </a:lnTo>
                <a:lnTo>
                  <a:pt x="799" y="0"/>
                </a:lnTo>
                <a:lnTo>
                  <a:pt x="796" y="0"/>
                </a:lnTo>
                <a:lnTo>
                  <a:pt x="793" y="3"/>
                </a:lnTo>
                <a:lnTo>
                  <a:pt x="787" y="6"/>
                </a:lnTo>
                <a:lnTo>
                  <a:pt x="784" y="10"/>
                </a:lnTo>
                <a:lnTo>
                  <a:pt x="780" y="13"/>
                </a:lnTo>
                <a:cubicBezTo>
                  <a:pt x="749" y="51"/>
                  <a:pt x="736" y="54"/>
                  <a:pt x="711" y="57"/>
                </a:cubicBezTo>
                <a:cubicBezTo>
                  <a:pt x="689" y="60"/>
                  <a:pt x="663" y="63"/>
                  <a:pt x="622" y="85"/>
                </a:cubicBezTo>
                <a:cubicBezTo>
                  <a:pt x="534" y="130"/>
                  <a:pt x="521" y="218"/>
                  <a:pt x="518" y="256"/>
                </a:cubicBezTo>
                <a:cubicBezTo>
                  <a:pt x="477" y="294"/>
                  <a:pt x="464" y="335"/>
                  <a:pt x="464" y="376"/>
                </a:cubicBezTo>
                <a:cubicBezTo>
                  <a:pt x="427" y="364"/>
                  <a:pt x="382" y="364"/>
                  <a:pt x="332" y="392"/>
                </a:cubicBezTo>
                <a:cubicBezTo>
                  <a:pt x="297" y="379"/>
                  <a:pt x="212" y="367"/>
                  <a:pt x="139" y="439"/>
                </a:cubicBezTo>
                <a:cubicBezTo>
                  <a:pt x="107" y="468"/>
                  <a:pt x="95" y="493"/>
                  <a:pt x="85" y="512"/>
                </a:cubicBezTo>
                <a:cubicBezTo>
                  <a:pt x="73" y="534"/>
                  <a:pt x="70" y="547"/>
                  <a:pt x="22" y="566"/>
                </a:cubicBezTo>
                <a:cubicBezTo>
                  <a:pt x="13" y="569"/>
                  <a:pt x="6" y="575"/>
                  <a:pt x="3" y="582"/>
                </a:cubicBezTo>
                <a:lnTo>
                  <a:pt x="3" y="585"/>
                </a:lnTo>
                <a:lnTo>
                  <a:pt x="0" y="588"/>
                </a:lnTo>
                <a:lnTo>
                  <a:pt x="0" y="591"/>
                </a:lnTo>
                <a:lnTo>
                  <a:pt x="0" y="594"/>
                </a:lnTo>
                <a:cubicBezTo>
                  <a:pt x="0" y="601"/>
                  <a:pt x="3" y="607"/>
                  <a:pt x="6" y="613"/>
                </a:cubicBezTo>
                <a:cubicBezTo>
                  <a:pt x="35" y="654"/>
                  <a:pt x="32" y="667"/>
                  <a:pt x="25" y="692"/>
                </a:cubicBezTo>
                <a:cubicBezTo>
                  <a:pt x="22" y="714"/>
                  <a:pt x="19" y="743"/>
                  <a:pt x="25" y="784"/>
                </a:cubicBezTo>
                <a:cubicBezTo>
                  <a:pt x="41" y="885"/>
                  <a:pt x="120" y="923"/>
                  <a:pt x="155" y="936"/>
                </a:cubicBezTo>
                <a:cubicBezTo>
                  <a:pt x="180" y="989"/>
                  <a:pt x="215" y="1015"/>
                  <a:pt x="253" y="1027"/>
                </a:cubicBezTo>
                <a:cubicBezTo>
                  <a:pt x="231" y="1059"/>
                  <a:pt x="215" y="1100"/>
                  <a:pt x="227" y="1157"/>
                </a:cubicBezTo>
                <a:cubicBezTo>
                  <a:pt x="205" y="1189"/>
                  <a:pt x="164" y="1265"/>
                  <a:pt x="212" y="1356"/>
                </a:cubicBezTo>
                <a:cubicBezTo>
                  <a:pt x="231" y="1397"/>
                  <a:pt x="250" y="1416"/>
                  <a:pt x="265" y="1429"/>
                </a:cubicBezTo>
                <a:cubicBezTo>
                  <a:pt x="284" y="1448"/>
                  <a:pt x="294" y="1457"/>
                  <a:pt x="297" y="1508"/>
                </a:cubicBezTo>
                <a:cubicBezTo>
                  <a:pt x="297" y="1511"/>
                  <a:pt x="297" y="1517"/>
                  <a:pt x="300" y="1521"/>
                </a:cubicBezTo>
                <a:lnTo>
                  <a:pt x="303" y="1527"/>
                </a:lnTo>
                <a:cubicBezTo>
                  <a:pt x="310" y="1536"/>
                  <a:pt x="322" y="1540"/>
                  <a:pt x="335" y="1536"/>
                </a:cubicBezTo>
                <a:cubicBezTo>
                  <a:pt x="385" y="1524"/>
                  <a:pt x="398" y="1530"/>
                  <a:pt x="420" y="1543"/>
                </a:cubicBezTo>
                <a:cubicBezTo>
                  <a:pt x="439" y="1552"/>
                  <a:pt x="461" y="1565"/>
                  <a:pt x="506" y="1571"/>
                </a:cubicBezTo>
                <a:cubicBezTo>
                  <a:pt x="607" y="1587"/>
                  <a:pt x="667" y="1524"/>
                  <a:pt x="692" y="1495"/>
                </a:cubicBezTo>
                <a:cubicBezTo>
                  <a:pt x="749" y="1489"/>
                  <a:pt x="784" y="1461"/>
                  <a:pt x="809" y="1429"/>
                </a:cubicBezTo>
                <a:cubicBezTo>
                  <a:pt x="831" y="1461"/>
                  <a:pt x="866" y="1486"/>
                  <a:pt x="923" y="1492"/>
                </a:cubicBezTo>
                <a:cubicBezTo>
                  <a:pt x="945" y="1521"/>
                  <a:pt x="1008" y="1587"/>
                  <a:pt x="1109" y="1571"/>
                </a:cubicBezTo>
                <a:cubicBezTo>
                  <a:pt x="1150" y="1562"/>
                  <a:pt x="1175" y="1549"/>
                  <a:pt x="1194" y="1540"/>
                </a:cubicBezTo>
                <a:cubicBezTo>
                  <a:pt x="1216" y="1527"/>
                  <a:pt x="1229" y="1521"/>
                  <a:pt x="1276" y="1536"/>
                </a:cubicBezTo>
                <a:lnTo>
                  <a:pt x="1286" y="1536"/>
                </a:lnTo>
                <a:lnTo>
                  <a:pt x="1295" y="1536"/>
                </a:lnTo>
                <a:lnTo>
                  <a:pt x="1302" y="1533"/>
                </a:lnTo>
                <a:lnTo>
                  <a:pt x="1305" y="1530"/>
                </a:lnTo>
                <a:lnTo>
                  <a:pt x="1308" y="1530"/>
                </a:lnTo>
                <a:lnTo>
                  <a:pt x="1308" y="1527"/>
                </a:lnTo>
                <a:lnTo>
                  <a:pt x="1311" y="1524"/>
                </a:lnTo>
                <a:lnTo>
                  <a:pt x="1311" y="1521"/>
                </a:lnTo>
                <a:lnTo>
                  <a:pt x="1314" y="1521"/>
                </a:lnTo>
                <a:lnTo>
                  <a:pt x="1317" y="1514"/>
                </a:lnTo>
                <a:lnTo>
                  <a:pt x="1317" y="1508"/>
                </a:lnTo>
                <a:cubicBezTo>
                  <a:pt x="1321" y="1454"/>
                  <a:pt x="1330" y="1448"/>
                  <a:pt x="1349" y="1429"/>
                </a:cubicBezTo>
                <a:cubicBezTo>
                  <a:pt x="1362" y="1413"/>
                  <a:pt x="1384" y="1394"/>
                  <a:pt x="1403" y="1356"/>
                </a:cubicBezTo>
                <a:cubicBezTo>
                  <a:pt x="1450" y="1265"/>
                  <a:pt x="1409" y="1186"/>
                  <a:pt x="1387" y="1157"/>
                </a:cubicBezTo>
                <a:cubicBezTo>
                  <a:pt x="1400" y="1100"/>
                  <a:pt x="1384" y="1056"/>
                  <a:pt x="1362" y="1027"/>
                </a:cubicBezTo>
                <a:cubicBezTo>
                  <a:pt x="1400" y="1015"/>
                  <a:pt x="1434" y="986"/>
                  <a:pt x="1460" y="936"/>
                </a:cubicBezTo>
                <a:cubicBezTo>
                  <a:pt x="1494" y="923"/>
                  <a:pt x="1573" y="885"/>
                  <a:pt x="1589" y="784"/>
                </a:cubicBezTo>
                <a:cubicBezTo>
                  <a:pt x="1596" y="740"/>
                  <a:pt x="1589" y="714"/>
                  <a:pt x="1586" y="692"/>
                </a:cubicBezTo>
                <a:cubicBezTo>
                  <a:pt x="1583" y="667"/>
                  <a:pt x="1580" y="654"/>
                  <a:pt x="1608" y="613"/>
                </a:cubicBezTo>
                <a:lnTo>
                  <a:pt x="1611" y="607"/>
                </a:lnTo>
                <a:cubicBezTo>
                  <a:pt x="1611" y="601"/>
                  <a:pt x="1614" y="598"/>
                  <a:pt x="1614" y="594"/>
                </a:cubicBezTo>
                <a:lnTo>
                  <a:pt x="1614" y="591"/>
                </a:lnTo>
                <a:close/>
                <a:moveTo>
                  <a:pt x="572" y="294"/>
                </a:moveTo>
                <a:cubicBezTo>
                  <a:pt x="581" y="288"/>
                  <a:pt x="585" y="278"/>
                  <a:pt x="585" y="266"/>
                </a:cubicBezTo>
                <a:cubicBezTo>
                  <a:pt x="585" y="262"/>
                  <a:pt x="575" y="180"/>
                  <a:pt x="654" y="142"/>
                </a:cubicBezTo>
                <a:cubicBezTo>
                  <a:pt x="682" y="126"/>
                  <a:pt x="701" y="123"/>
                  <a:pt x="720" y="120"/>
                </a:cubicBezTo>
                <a:cubicBezTo>
                  <a:pt x="752" y="117"/>
                  <a:pt x="774" y="111"/>
                  <a:pt x="806" y="79"/>
                </a:cubicBezTo>
                <a:cubicBezTo>
                  <a:pt x="837" y="111"/>
                  <a:pt x="863" y="117"/>
                  <a:pt x="894" y="120"/>
                </a:cubicBezTo>
                <a:cubicBezTo>
                  <a:pt x="910" y="123"/>
                  <a:pt x="929" y="126"/>
                  <a:pt x="960" y="142"/>
                </a:cubicBezTo>
                <a:cubicBezTo>
                  <a:pt x="1036" y="180"/>
                  <a:pt x="1030" y="262"/>
                  <a:pt x="1030" y="266"/>
                </a:cubicBezTo>
                <a:cubicBezTo>
                  <a:pt x="1027" y="278"/>
                  <a:pt x="1033" y="288"/>
                  <a:pt x="1039" y="294"/>
                </a:cubicBezTo>
                <a:cubicBezTo>
                  <a:pt x="1099" y="341"/>
                  <a:pt x="1087" y="392"/>
                  <a:pt x="1077" y="417"/>
                </a:cubicBezTo>
                <a:cubicBezTo>
                  <a:pt x="998" y="367"/>
                  <a:pt x="904" y="338"/>
                  <a:pt x="806" y="338"/>
                </a:cubicBezTo>
                <a:cubicBezTo>
                  <a:pt x="705" y="338"/>
                  <a:pt x="613" y="367"/>
                  <a:pt x="534" y="417"/>
                </a:cubicBezTo>
                <a:cubicBezTo>
                  <a:pt x="524" y="389"/>
                  <a:pt x="515" y="338"/>
                  <a:pt x="572" y="294"/>
                </a:cubicBezTo>
                <a:close/>
                <a:moveTo>
                  <a:pt x="209" y="901"/>
                </a:moveTo>
                <a:cubicBezTo>
                  <a:pt x="205" y="888"/>
                  <a:pt x="196" y="882"/>
                  <a:pt x="186" y="879"/>
                </a:cubicBezTo>
                <a:cubicBezTo>
                  <a:pt x="183" y="879"/>
                  <a:pt x="101" y="860"/>
                  <a:pt x="88" y="774"/>
                </a:cubicBezTo>
                <a:cubicBezTo>
                  <a:pt x="82" y="743"/>
                  <a:pt x="85" y="724"/>
                  <a:pt x="88" y="705"/>
                </a:cubicBezTo>
                <a:cubicBezTo>
                  <a:pt x="95" y="673"/>
                  <a:pt x="95" y="648"/>
                  <a:pt x="76" y="610"/>
                </a:cubicBezTo>
                <a:cubicBezTo>
                  <a:pt x="117" y="588"/>
                  <a:pt x="130" y="569"/>
                  <a:pt x="142" y="541"/>
                </a:cubicBezTo>
                <a:cubicBezTo>
                  <a:pt x="152" y="525"/>
                  <a:pt x="158" y="506"/>
                  <a:pt x="183" y="484"/>
                </a:cubicBezTo>
                <a:cubicBezTo>
                  <a:pt x="243" y="424"/>
                  <a:pt x="319" y="455"/>
                  <a:pt x="322" y="455"/>
                </a:cubicBezTo>
                <a:cubicBezTo>
                  <a:pt x="335" y="458"/>
                  <a:pt x="344" y="458"/>
                  <a:pt x="354" y="452"/>
                </a:cubicBezTo>
                <a:cubicBezTo>
                  <a:pt x="414" y="414"/>
                  <a:pt x="458" y="436"/>
                  <a:pt x="480" y="455"/>
                </a:cubicBezTo>
                <a:cubicBezTo>
                  <a:pt x="367" y="550"/>
                  <a:pt x="294" y="689"/>
                  <a:pt x="294" y="847"/>
                </a:cubicBezTo>
                <a:cubicBezTo>
                  <a:pt x="294" y="891"/>
                  <a:pt x="300" y="933"/>
                  <a:pt x="310" y="971"/>
                </a:cubicBezTo>
                <a:cubicBezTo>
                  <a:pt x="281" y="974"/>
                  <a:pt x="234" y="964"/>
                  <a:pt x="209" y="901"/>
                </a:cubicBezTo>
                <a:close/>
                <a:moveTo>
                  <a:pt x="673" y="1432"/>
                </a:moveTo>
                <a:cubicBezTo>
                  <a:pt x="660" y="1432"/>
                  <a:pt x="651" y="1438"/>
                  <a:pt x="645" y="1448"/>
                </a:cubicBezTo>
                <a:cubicBezTo>
                  <a:pt x="645" y="1451"/>
                  <a:pt x="600" y="1521"/>
                  <a:pt x="515" y="1508"/>
                </a:cubicBezTo>
                <a:cubicBezTo>
                  <a:pt x="483" y="1505"/>
                  <a:pt x="464" y="1495"/>
                  <a:pt x="449" y="1486"/>
                </a:cubicBezTo>
                <a:cubicBezTo>
                  <a:pt x="420" y="1470"/>
                  <a:pt x="398" y="1461"/>
                  <a:pt x="354" y="1467"/>
                </a:cubicBezTo>
                <a:cubicBezTo>
                  <a:pt x="348" y="1426"/>
                  <a:pt x="332" y="1407"/>
                  <a:pt x="310" y="1385"/>
                </a:cubicBezTo>
                <a:cubicBezTo>
                  <a:pt x="297" y="1372"/>
                  <a:pt x="281" y="1356"/>
                  <a:pt x="269" y="1328"/>
                </a:cubicBezTo>
                <a:cubicBezTo>
                  <a:pt x="227" y="1252"/>
                  <a:pt x="281" y="1189"/>
                  <a:pt x="284" y="1186"/>
                </a:cubicBezTo>
                <a:cubicBezTo>
                  <a:pt x="291" y="1176"/>
                  <a:pt x="294" y="1167"/>
                  <a:pt x="291" y="1157"/>
                </a:cubicBezTo>
                <a:cubicBezTo>
                  <a:pt x="272" y="1087"/>
                  <a:pt x="306" y="1053"/>
                  <a:pt x="332" y="1037"/>
                </a:cubicBezTo>
                <a:cubicBezTo>
                  <a:pt x="404" y="1217"/>
                  <a:pt x="572" y="1344"/>
                  <a:pt x="771" y="1356"/>
                </a:cubicBezTo>
                <a:cubicBezTo>
                  <a:pt x="765" y="1385"/>
                  <a:pt x="742" y="1429"/>
                  <a:pt x="673" y="1432"/>
                </a:cubicBezTo>
                <a:close/>
                <a:moveTo>
                  <a:pt x="806" y="1299"/>
                </a:moveTo>
                <a:cubicBezTo>
                  <a:pt x="556" y="1299"/>
                  <a:pt x="354" y="1097"/>
                  <a:pt x="354" y="847"/>
                </a:cubicBezTo>
                <a:cubicBezTo>
                  <a:pt x="354" y="598"/>
                  <a:pt x="556" y="395"/>
                  <a:pt x="806" y="395"/>
                </a:cubicBezTo>
                <a:cubicBezTo>
                  <a:pt x="1055" y="395"/>
                  <a:pt x="1257" y="598"/>
                  <a:pt x="1257" y="847"/>
                </a:cubicBezTo>
                <a:cubicBezTo>
                  <a:pt x="1257" y="1097"/>
                  <a:pt x="1055" y="1299"/>
                  <a:pt x="806" y="1299"/>
                </a:cubicBezTo>
                <a:close/>
                <a:moveTo>
                  <a:pt x="1346" y="1328"/>
                </a:moveTo>
                <a:cubicBezTo>
                  <a:pt x="1330" y="1356"/>
                  <a:pt x="1317" y="1369"/>
                  <a:pt x="1305" y="1381"/>
                </a:cubicBezTo>
                <a:cubicBezTo>
                  <a:pt x="1283" y="1404"/>
                  <a:pt x="1267" y="1423"/>
                  <a:pt x="1257" y="1467"/>
                </a:cubicBezTo>
                <a:cubicBezTo>
                  <a:pt x="1216" y="1461"/>
                  <a:pt x="1191" y="1470"/>
                  <a:pt x="1166" y="1486"/>
                </a:cubicBezTo>
                <a:cubicBezTo>
                  <a:pt x="1147" y="1492"/>
                  <a:pt x="1131" y="1502"/>
                  <a:pt x="1096" y="1508"/>
                </a:cubicBezTo>
                <a:cubicBezTo>
                  <a:pt x="1014" y="1521"/>
                  <a:pt x="970" y="1448"/>
                  <a:pt x="967" y="1448"/>
                </a:cubicBezTo>
                <a:cubicBezTo>
                  <a:pt x="964" y="1438"/>
                  <a:pt x="954" y="1432"/>
                  <a:pt x="942" y="1432"/>
                </a:cubicBezTo>
                <a:cubicBezTo>
                  <a:pt x="872" y="1429"/>
                  <a:pt x="850" y="1385"/>
                  <a:pt x="844" y="1356"/>
                </a:cubicBezTo>
                <a:cubicBezTo>
                  <a:pt x="1043" y="1344"/>
                  <a:pt x="1210" y="1214"/>
                  <a:pt x="1280" y="1034"/>
                </a:cubicBezTo>
                <a:cubicBezTo>
                  <a:pt x="1302" y="1050"/>
                  <a:pt x="1343" y="1084"/>
                  <a:pt x="1321" y="1154"/>
                </a:cubicBezTo>
                <a:cubicBezTo>
                  <a:pt x="1317" y="1167"/>
                  <a:pt x="1321" y="1176"/>
                  <a:pt x="1330" y="1186"/>
                </a:cubicBezTo>
                <a:cubicBezTo>
                  <a:pt x="1330" y="1186"/>
                  <a:pt x="1384" y="1252"/>
                  <a:pt x="1346" y="1328"/>
                </a:cubicBezTo>
                <a:close/>
                <a:moveTo>
                  <a:pt x="1523" y="705"/>
                </a:moveTo>
                <a:cubicBezTo>
                  <a:pt x="1529" y="721"/>
                  <a:pt x="1532" y="740"/>
                  <a:pt x="1526" y="774"/>
                </a:cubicBezTo>
                <a:cubicBezTo>
                  <a:pt x="1513" y="857"/>
                  <a:pt x="1431" y="879"/>
                  <a:pt x="1428" y="879"/>
                </a:cubicBezTo>
                <a:cubicBezTo>
                  <a:pt x="1419" y="882"/>
                  <a:pt x="1409" y="888"/>
                  <a:pt x="1406" y="898"/>
                </a:cubicBezTo>
                <a:cubicBezTo>
                  <a:pt x="1381" y="967"/>
                  <a:pt x="1327" y="974"/>
                  <a:pt x="1299" y="971"/>
                </a:cubicBezTo>
                <a:cubicBezTo>
                  <a:pt x="1308" y="933"/>
                  <a:pt x="1314" y="891"/>
                  <a:pt x="1314" y="847"/>
                </a:cubicBezTo>
                <a:cubicBezTo>
                  <a:pt x="1314" y="692"/>
                  <a:pt x="1242" y="550"/>
                  <a:pt x="1131" y="455"/>
                </a:cubicBezTo>
                <a:cubicBezTo>
                  <a:pt x="1150" y="439"/>
                  <a:pt x="1197" y="411"/>
                  <a:pt x="1261" y="452"/>
                </a:cubicBezTo>
                <a:cubicBezTo>
                  <a:pt x="1270" y="458"/>
                  <a:pt x="1280" y="458"/>
                  <a:pt x="1289" y="455"/>
                </a:cubicBezTo>
                <a:cubicBezTo>
                  <a:pt x="1292" y="452"/>
                  <a:pt x="1371" y="420"/>
                  <a:pt x="1431" y="481"/>
                </a:cubicBezTo>
                <a:cubicBezTo>
                  <a:pt x="1453" y="506"/>
                  <a:pt x="1463" y="522"/>
                  <a:pt x="1472" y="541"/>
                </a:cubicBezTo>
                <a:cubicBezTo>
                  <a:pt x="1485" y="566"/>
                  <a:pt x="1498" y="588"/>
                  <a:pt x="1535" y="610"/>
                </a:cubicBezTo>
                <a:cubicBezTo>
                  <a:pt x="1517" y="648"/>
                  <a:pt x="1520" y="673"/>
                  <a:pt x="1523" y="705"/>
                </a:cubicBezTo>
                <a:close/>
                <a:moveTo>
                  <a:pt x="986" y="1201"/>
                </a:moveTo>
                <a:lnTo>
                  <a:pt x="629" y="1201"/>
                </a:lnTo>
                <a:cubicBezTo>
                  <a:pt x="619" y="1201"/>
                  <a:pt x="616" y="1208"/>
                  <a:pt x="616" y="1214"/>
                </a:cubicBezTo>
                <a:lnTo>
                  <a:pt x="616" y="1227"/>
                </a:lnTo>
                <a:cubicBezTo>
                  <a:pt x="616" y="1233"/>
                  <a:pt x="619" y="1239"/>
                  <a:pt x="629" y="1239"/>
                </a:cubicBezTo>
                <a:lnTo>
                  <a:pt x="986" y="1239"/>
                </a:lnTo>
                <a:cubicBezTo>
                  <a:pt x="992" y="1239"/>
                  <a:pt x="998" y="1233"/>
                  <a:pt x="998" y="1227"/>
                </a:cubicBezTo>
                <a:lnTo>
                  <a:pt x="998" y="1214"/>
                </a:lnTo>
                <a:cubicBezTo>
                  <a:pt x="998" y="1208"/>
                  <a:pt x="992" y="1201"/>
                  <a:pt x="986" y="1201"/>
                </a:cubicBezTo>
                <a:close/>
                <a:moveTo>
                  <a:pt x="660" y="1097"/>
                </a:moveTo>
                <a:lnTo>
                  <a:pt x="951" y="1097"/>
                </a:lnTo>
                <a:cubicBezTo>
                  <a:pt x="957" y="1097"/>
                  <a:pt x="964" y="1091"/>
                  <a:pt x="964" y="1084"/>
                </a:cubicBezTo>
                <a:lnTo>
                  <a:pt x="964" y="1072"/>
                </a:lnTo>
                <a:cubicBezTo>
                  <a:pt x="964" y="1062"/>
                  <a:pt x="957" y="1059"/>
                  <a:pt x="951" y="1059"/>
                </a:cubicBezTo>
                <a:lnTo>
                  <a:pt x="660" y="1059"/>
                </a:lnTo>
                <a:cubicBezTo>
                  <a:pt x="654" y="1059"/>
                  <a:pt x="651" y="1062"/>
                  <a:pt x="651" y="1072"/>
                </a:cubicBezTo>
                <a:lnTo>
                  <a:pt x="651" y="1084"/>
                </a:lnTo>
                <a:cubicBezTo>
                  <a:pt x="651" y="1091"/>
                  <a:pt x="654" y="1097"/>
                  <a:pt x="660" y="1097"/>
                </a:cubicBezTo>
                <a:close/>
                <a:moveTo>
                  <a:pt x="667" y="582"/>
                </a:moveTo>
                <a:lnTo>
                  <a:pt x="705" y="569"/>
                </a:lnTo>
                <a:lnTo>
                  <a:pt x="739" y="594"/>
                </a:lnTo>
                <a:lnTo>
                  <a:pt x="736" y="553"/>
                </a:lnTo>
                <a:lnTo>
                  <a:pt x="771" y="528"/>
                </a:lnTo>
                <a:lnTo>
                  <a:pt x="730" y="515"/>
                </a:lnTo>
                <a:lnTo>
                  <a:pt x="717" y="477"/>
                </a:lnTo>
                <a:lnTo>
                  <a:pt x="695" y="512"/>
                </a:lnTo>
                <a:lnTo>
                  <a:pt x="654" y="512"/>
                </a:lnTo>
                <a:lnTo>
                  <a:pt x="679" y="544"/>
                </a:lnTo>
                <a:lnTo>
                  <a:pt x="667" y="582"/>
                </a:lnTo>
                <a:close/>
                <a:moveTo>
                  <a:pt x="566" y="632"/>
                </a:moveTo>
                <a:lnTo>
                  <a:pt x="553" y="591"/>
                </a:lnTo>
                <a:lnTo>
                  <a:pt x="531" y="626"/>
                </a:lnTo>
                <a:lnTo>
                  <a:pt x="490" y="626"/>
                </a:lnTo>
                <a:lnTo>
                  <a:pt x="515" y="661"/>
                </a:lnTo>
                <a:lnTo>
                  <a:pt x="502" y="699"/>
                </a:lnTo>
                <a:lnTo>
                  <a:pt x="540" y="686"/>
                </a:lnTo>
                <a:lnTo>
                  <a:pt x="572" y="708"/>
                </a:lnTo>
                <a:lnTo>
                  <a:pt x="572" y="667"/>
                </a:lnTo>
                <a:lnTo>
                  <a:pt x="607" y="645"/>
                </a:lnTo>
                <a:lnTo>
                  <a:pt x="566" y="632"/>
                </a:lnTo>
                <a:close/>
                <a:moveTo>
                  <a:pt x="506" y="812"/>
                </a:moveTo>
                <a:lnTo>
                  <a:pt x="493" y="774"/>
                </a:lnTo>
                <a:lnTo>
                  <a:pt x="468" y="806"/>
                </a:lnTo>
                <a:lnTo>
                  <a:pt x="427" y="806"/>
                </a:lnTo>
                <a:lnTo>
                  <a:pt x="452" y="841"/>
                </a:lnTo>
                <a:lnTo>
                  <a:pt x="439" y="879"/>
                </a:lnTo>
                <a:lnTo>
                  <a:pt x="477" y="866"/>
                </a:lnTo>
                <a:lnTo>
                  <a:pt x="512" y="891"/>
                </a:lnTo>
                <a:lnTo>
                  <a:pt x="512" y="850"/>
                </a:lnTo>
                <a:lnTo>
                  <a:pt x="543" y="825"/>
                </a:lnTo>
                <a:lnTo>
                  <a:pt x="506" y="812"/>
                </a:lnTo>
                <a:lnTo>
                  <a:pt x="506" y="812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931770-4388-E569-9F4D-4CA103A9F797}"/>
              </a:ext>
            </a:extLst>
          </p:cNvPr>
          <p:cNvSpPr txBox="1"/>
          <p:nvPr/>
        </p:nvSpPr>
        <p:spPr>
          <a:xfrm>
            <a:off x="-1711011" y="3075057"/>
            <a:ext cx="10198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A1F24"/>
                </a:solidFill>
                <a:effectLst/>
                <a:uLnTx/>
                <a:uFillTx/>
                <a:latin typeface="Arial Black" panose="020B0A04020102020204" pitchFamily="34" charset="0"/>
                <a:ea typeface="나눔스퀘어 ExtraBold" panose="020B0600000101010101" pitchFamily="50" charset="-127"/>
                <a:cs typeface="Arial" panose="020B0604020202020204" pitchFamily="34" charset="0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94571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2885</TotalTime>
  <Words>495</Words>
  <Application>Microsoft Office PowerPoint</Application>
  <PresentationFormat>와이드스크린</PresentationFormat>
  <Paragraphs>178</Paragraphs>
  <Slides>14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Noto Sans KR</vt:lpstr>
      <vt:lpstr>나눔스퀘어</vt:lpstr>
      <vt:lpstr>맑은 고딕</vt:lpstr>
      <vt:lpstr>Arial</vt:lpstr>
      <vt:lpstr>Arial Black</vt:lpstr>
      <vt:lpstr>Calibri</vt:lpstr>
      <vt:lpstr>Cambria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hyeeun</dc:creator>
  <cp:lastModifiedBy>jihwan hong</cp:lastModifiedBy>
  <cp:revision>211</cp:revision>
  <dcterms:created xsi:type="dcterms:W3CDTF">2018-05-29T13:08:36Z</dcterms:created>
  <dcterms:modified xsi:type="dcterms:W3CDTF">2026-09-21T15:11:04Z</dcterms:modified>
</cp:coreProperties>
</file>